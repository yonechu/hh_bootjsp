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2" r:id="rId4"/>
  </p:sldMasterIdLst>
  <p:notesMasterIdLst>
    <p:notesMasterId r:id="rId12"/>
  </p:notesMasterIdLst>
  <p:sldIdLst>
    <p:sldId id="2147477341" r:id="rId5"/>
    <p:sldId id="2147477370" r:id="rId6"/>
    <p:sldId id="2147477368" r:id="rId7"/>
    <p:sldId id="2147477373" r:id="rId8"/>
    <p:sldId id="2147477374" r:id="rId9"/>
    <p:sldId id="2147477375" r:id="rId10"/>
    <p:sldId id="2147477377" r:id="rId11"/>
  </p:sldIdLst>
  <p:sldSz cx="10691813" cy="7559675"/>
  <p:notesSz cx="6858000" cy="9144000"/>
  <p:embeddedFontLst>
    <p:embeddedFont>
      <p:font typeface="네오현대 B" panose="02020800000000000000" pitchFamily="18" charset="-127"/>
      <p:bold r:id="rId13"/>
    </p:embeddedFont>
    <p:embeddedFont>
      <p:font typeface="네오현대 EB" panose="02020800000000000000" pitchFamily="18" charset="-127"/>
      <p:bold r:id="rId14"/>
    </p:embeddedFont>
    <p:embeddedFont>
      <p:font typeface="네오현대 EBK" panose="02020B00000000000000" pitchFamily="18" charset="-127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8" userDrawn="1">
          <p15:clr>
            <a:srgbClr val="A4A3A4"/>
          </p15:clr>
        </p15:guide>
        <p15:guide id="2" pos="3368" userDrawn="1">
          <p15:clr>
            <a:srgbClr val="A4A3A4"/>
          </p15:clr>
        </p15:guide>
        <p15:guide id="3" orient="horz" pos="3719" userDrawn="1">
          <p15:clr>
            <a:srgbClr val="A4A3A4"/>
          </p15:clr>
        </p15:guide>
        <p15:guide id="4" pos="306" userDrawn="1">
          <p15:clr>
            <a:srgbClr val="A4A3A4"/>
          </p15:clr>
        </p15:guide>
        <p15:guide id="5" pos="64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7637"/>
    <a:srgbClr val="229345"/>
    <a:srgbClr val="F0F0F0"/>
    <a:srgbClr val="18873E"/>
    <a:srgbClr val="FFFFFF"/>
    <a:srgbClr val="174489"/>
    <a:srgbClr val="1E1DB0"/>
    <a:srgbClr val="1F1AA2"/>
    <a:srgbClr val="1513A2"/>
    <a:srgbClr val="1E1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80" autoAdjust="0"/>
    <p:restoredTop sz="94700"/>
  </p:normalViewPr>
  <p:slideViewPr>
    <p:cSldViewPr snapToGrid="0">
      <p:cViewPr varScale="1">
        <p:scale>
          <a:sx n="100" d="100"/>
          <a:sy n="100" d="100"/>
        </p:scale>
        <p:origin x="1548" y="96"/>
      </p:cViewPr>
      <p:guideLst>
        <p:guide orient="horz" pos="2358"/>
        <p:guide pos="3368"/>
        <p:guide orient="horz" pos="3719"/>
        <p:guide pos="306"/>
        <p:guide pos="64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4A1A7-176A-488C-B5B5-6CE126BA5940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479968-698D-4727-96AF-752305FF7F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0437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64541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369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6911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48927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4416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6452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63998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501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3316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38939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181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68A5AEE-42E1-7A9F-8583-A03CD7E751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9537" r="8007" b="17438"/>
          <a:stretch>
            <a:fillRect/>
          </a:stretch>
        </p:blipFill>
        <p:spPr>
          <a:xfrm>
            <a:off x="4545585" y="4257354"/>
            <a:ext cx="6146229" cy="2804107"/>
          </a:xfrm>
          <a:prstGeom prst="rect">
            <a:avLst/>
          </a:prstGeom>
          <a:gradFill>
            <a:gsLst>
              <a:gs pos="50000">
                <a:srgbClr val="1D7D3B"/>
              </a:gs>
              <a:gs pos="100000">
                <a:srgbClr val="1D7D3B">
                  <a:alpha val="0"/>
                </a:srgbClr>
              </a:gs>
            </a:gsLst>
            <a:lin ang="0" scaled="1"/>
          </a:gradFill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71F973A8-E86B-438F-6A03-8EA236F60A50}"/>
              </a:ext>
            </a:extLst>
          </p:cNvPr>
          <p:cNvSpPr/>
          <p:nvPr userDrawn="1"/>
        </p:nvSpPr>
        <p:spPr>
          <a:xfrm>
            <a:off x="0" y="4257354"/>
            <a:ext cx="8265594" cy="2804107"/>
          </a:xfrm>
          <a:prstGeom prst="rect">
            <a:avLst/>
          </a:prstGeom>
          <a:gradFill flip="none" rotWithShape="1">
            <a:gsLst>
              <a:gs pos="55000">
                <a:schemeClr val="accent6">
                  <a:lumMod val="75000"/>
                </a:schemeClr>
              </a:gs>
              <a:gs pos="100000">
                <a:schemeClr val="accent6">
                  <a:lumMod val="7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8735293-E4B2-7CDA-4284-4614235B7CC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47197" y="272667"/>
            <a:ext cx="2100057" cy="246547"/>
          </a:xfrm>
          <a:prstGeom prst="rect">
            <a:avLst/>
          </a:prstGeom>
        </p:spPr>
      </p:pic>
      <p:sp>
        <p:nvSpPr>
          <p:cNvPr id="17" name="제목 16">
            <a:extLst>
              <a:ext uri="{FF2B5EF4-FFF2-40B4-BE49-F238E27FC236}">
                <a16:creationId xmlns:a16="http://schemas.microsoft.com/office/drawing/2014/main" id="{33CC0261-E8FF-09C2-0A4D-5F8326955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2343344"/>
            <a:ext cx="9729787" cy="717569"/>
          </a:xfrm>
          <a:noFill/>
        </p:spPr>
        <p:txBody>
          <a:bodyPr wrap="square" lIns="72000" tIns="0" rIns="0" bIns="0" rtlCol="0">
            <a:spAutoFit/>
          </a:bodyPr>
          <a:lstStyle>
            <a:lvl1pPr algn="l">
              <a:defRPr lang="ko-KR" altLang="en-US" sz="5181" dirty="0">
                <a:solidFill>
                  <a:schemeClr val="accent6"/>
                </a:solidFill>
                <a:latin typeface="네오현대 EBK" panose="02020B00000000000000" pitchFamily="18" charset="-127"/>
                <a:ea typeface="네오현대 EBK" panose="02020B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4CD2F73-4022-C198-CD3E-1C7A48CAB61A}"/>
              </a:ext>
            </a:extLst>
          </p:cNvPr>
          <p:cNvGrpSpPr/>
          <p:nvPr userDrawn="1"/>
        </p:nvGrpSpPr>
        <p:grpSpPr>
          <a:xfrm>
            <a:off x="481014" y="4555585"/>
            <a:ext cx="6245487" cy="2175322"/>
            <a:chOff x="844851" y="4586413"/>
            <a:chExt cx="5210509" cy="2175323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76CDCFD-4285-09BB-30C6-2A2E9B7B5104}"/>
                </a:ext>
              </a:extLst>
            </p:cNvPr>
            <p:cNvSpPr txBox="1"/>
            <p:nvPr/>
          </p:nvSpPr>
          <p:spPr>
            <a:xfrm>
              <a:off x="844851" y="4586413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┓┴┛┗┘┻┠└┃┿├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3A7222-979B-41BE-2431-D5B42741ACD0}"/>
                </a:ext>
              </a:extLst>
            </p:cNvPr>
            <p:cNvSpPr txBox="1"/>
            <p:nvPr/>
          </p:nvSpPr>
          <p:spPr>
            <a:xfrm>
              <a:off x="844851" y="542862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┣┬━┨─┒┷┸┼┑┤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CDBC81-7363-8415-E21F-73A29DC5CD79}"/>
                </a:ext>
              </a:extLst>
            </p:cNvPr>
            <p:cNvSpPr txBox="1"/>
            <p:nvPr/>
          </p:nvSpPr>
          <p:spPr>
            <a:xfrm>
              <a:off x="844851" y="6270832"/>
              <a:ext cx="5210509" cy="4909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ko-KR" altLang="en-US" sz="2590">
                  <a:solidFill>
                    <a:srgbClr val="145428"/>
                  </a:solidFill>
                  <a:latin typeface="네오현대 B" panose="02020800000000000000" pitchFamily="18" charset="-127"/>
                  <a:ea typeface="네오현대 B" panose="02020800000000000000" pitchFamily="18" charset="-127"/>
                </a:rPr>
                <a:t>┫╋┳┝┰┥┯╂┏┬┴</a:t>
              </a:r>
              <a:endParaRPr lang="ko-KR" altLang="en-US" sz="2590">
                <a:solidFill>
                  <a:srgbClr val="14542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2463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CEAE3BD-EF29-D6DD-5EB7-D8E6E2DC325D}"/>
              </a:ext>
            </a:extLst>
          </p:cNvPr>
          <p:cNvSpPr/>
          <p:nvPr userDrawn="1"/>
        </p:nvSpPr>
        <p:spPr>
          <a:xfrm>
            <a:off x="0" y="203362"/>
            <a:ext cx="10691813" cy="39683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12" name="제목 11">
            <a:extLst>
              <a:ext uri="{FF2B5EF4-FFF2-40B4-BE49-F238E27FC236}">
                <a16:creationId xmlns:a16="http://schemas.microsoft.com/office/drawing/2014/main" id="{1B6F2F65-A2FD-96DF-2B5D-B5AA7B26C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90" y="235995"/>
            <a:ext cx="4924266" cy="331566"/>
          </a:xfrm>
          <a:noFill/>
        </p:spPr>
        <p:txBody>
          <a:bodyPr wrap="square" rtlCol="0">
            <a:spAutoFit/>
          </a:bodyPr>
          <a:lstStyle>
            <a:lvl1pPr>
              <a:defRPr lang="ko-KR" altLang="en-US" sz="1727">
                <a:solidFill>
                  <a:schemeClr val="bg1"/>
                </a:solidFill>
                <a:latin typeface="네오현대 EB" panose="02020800000000000000" pitchFamily="18" charset="-127"/>
                <a:ea typeface="네오현대 EB" panose="02020800000000000000" pitchFamily="18" charset="-127"/>
                <a:cs typeface="+mn-cs"/>
              </a:defRPr>
            </a:lvl1pPr>
          </a:lstStyle>
          <a:p>
            <a:pPr marL="0" lvl="0" defTabSz="447663" latinLnBrk="0"/>
            <a:r>
              <a:rPr lang="ko-KR" altLang="en-US"/>
              <a:t>마스터 제목 스타일 편집</a:t>
            </a: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080B8D52-AF5C-2F5C-9DE8-AA95CD3FA5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923" y="248357"/>
            <a:ext cx="1698928" cy="30684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FEE8C81-1A8F-3DE0-26B7-AD0E1F5FBF00}"/>
              </a:ext>
            </a:extLst>
          </p:cNvPr>
          <p:cNvSpPr/>
          <p:nvPr userDrawn="1"/>
        </p:nvSpPr>
        <p:spPr>
          <a:xfrm>
            <a:off x="0" y="7242208"/>
            <a:ext cx="10691813" cy="3174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87AA6E92-AE67-E6E6-0449-53D54C102880}"/>
              </a:ext>
            </a:extLst>
          </p:cNvPr>
          <p:cNvCxnSpPr>
            <a:cxnSpLocks/>
          </p:cNvCxnSpPr>
          <p:nvPr userDrawn="1"/>
        </p:nvCxnSpPr>
        <p:spPr>
          <a:xfrm>
            <a:off x="0" y="7242208"/>
            <a:ext cx="1069181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12C593D7-08C4-E83E-99B4-4ACBF72C6F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0390" y="7347245"/>
            <a:ext cx="2620885" cy="107395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075D9B39-84B3-7867-1853-AC5177A6434A}"/>
              </a:ext>
            </a:extLst>
          </p:cNvPr>
          <p:cNvSpPr/>
          <p:nvPr userDrawn="1"/>
        </p:nvSpPr>
        <p:spPr>
          <a:xfrm>
            <a:off x="155825" y="203362"/>
            <a:ext cx="124565" cy="396833"/>
          </a:xfrm>
          <a:prstGeom prst="rect">
            <a:avLst/>
          </a:prstGeom>
          <a:solidFill>
            <a:srgbClr val="1660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762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AE1047AD-19D0-A83E-8F82-1EA0B0D210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37624" y="7242208"/>
            <a:ext cx="621227" cy="3174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ko-KR" altLang="en-US" sz="971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defRPr>
            </a:lvl1pPr>
          </a:lstStyle>
          <a:p>
            <a:fld id="{03E6EF8B-9C45-4EE7-88BB-BB1F036E7359}" type="slidenum">
              <a:rPr lang="en-US" altLang="ko-KR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6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4F3764-7DCF-A84F-9E9C-78B31E0589F3}" type="datetimeFigureOut">
              <a:rPr kumimoji="1" lang="ko-KR" altLang="en-US" smtClean="0"/>
              <a:t>2026-10-12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25B23-1014-3144-A9AA-8FDDBBC33AA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047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96924BB-BADD-5B7C-7903-7710B87ED826}"/>
              </a:ext>
            </a:extLst>
          </p:cNvPr>
          <p:cNvSpPr txBox="1"/>
          <p:nvPr/>
        </p:nvSpPr>
        <p:spPr>
          <a:xfrm>
            <a:off x="655466" y="3453657"/>
            <a:ext cx="2058577" cy="5819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lnSpc>
                <a:spcPct val="11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네오현대 B" panose="02020800000000000000" pitchFamily="18" charset="-127"/>
                <a:ea typeface="네오현대 B" panose="02020800000000000000" pitchFamily="18" charset="-127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11" b="0" i="0" u="none" strike="noStrike" kern="1200" cap="none" spc="0" normalizeH="0" baseline="0" noProof="0" dirty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수배로직설계팀</a:t>
            </a:r>
            <a:r>
              <a:rPr kumimoji="0" lang="ko-KR" altLang="en-US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 김영환</a:t>
            </a:r>
            <a:endParaRPr kumimoji="0" lang="en-US" altLang="ko-KR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11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네오현대 B" panose="02020800000000000000" pitchFamily="18" charset="-127"/>
                <a:ea typeface="네오현대 B" panose="02020800000000000000" pitchFamily="18" charset="-127"/>
                <a:cs typeface="+mn-cs"/>
              </a:rPr>
              <a:t>2026.10.12</a:t>
            </a:r>
            <a:endParaRPr kumimoji="0" lang="ko-KR" altLang="en-US" sz="1511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네오현대 B" panose="02020800000000000000" pitchFamily="18" charset="-127"/>
              <a:ea typeface="네오현대 B" panose="02020800000000000000" pitchFamily="18" charset="-127"/>
              <a:cs typeface="+mn-cs"/>
            </a:endParaRPr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94DA535B-9824-94AE-EE93-B5652B101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466" y="1620748"/>
            <a:ext cx="9526880" cy="1024896"/>
          </a:xfrm>
        </p:spPr>
        <p:txBody>
          <a:bodyPr/>
          <a:lstStyle/>
          <a:p>
            <a:r>
              <a:rPr lang="ko-KR" altLang="en-US" sz="3400" dirty="0">
                <a:solidFill>
                  <a:schemeClr val="tx1"/>
                </a:solidFill>
              </a:rPr>
              <a:t>PID 로직 실시간 디버깅 화면</a:t>
            </a:r>
            <a:br>
              <a:rPr lang="en-US" altLang="ko-KR" sz="3400" dirty="0"/>
            </a:br>
            <a:br>
              <a:rPr lang="en-US" altLang="ko-KR" sz="2000" dirty="0"/>
            </a:br>
            <a:r>
              <a:rPr lang="ko-KR" altLang="en-US" sz="2000" dirty="0"/>
              <a:t>로직 </a:t>
            </a:r>
            <a:r>
              <a:rPr lang="ko-KR" altLang="ko-KR" sz="2000" dirty="0"/>
              <a:t>수정 → 실행 → 분석을 DB 저장 없이 한 화면에서</a:t>
            </a:r>
            <a:r>
              <a:rPr lang="en-US" altLang="ko-KR" sz="2000" dirty="0"/>
              <a:t>.</a:t>
            </a:r>
            <a:endParaRPr lang="ko-KR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59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A73A5-7638-6B05-9A29-CB727608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0CDA7891-5A35-7287-642E-7BDDC26A568C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B51AB449-D3D8-05F0-EC30-0763C12F1E23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1. 개요 — 화면 구성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0FD8A61E-C2E8-1DC6-9F98-E7218FA28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B347A930-B1A7-7017-EF28-E3ED35FEADC2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44F5E9F4-77C3-2AD6-B56B-76A2D9741A82}"/>
              </a:ext>
            </a:extLst>
          </p:cNvPr>
          <p:cNvSpPr txBox="1"/>
          <p:nvPr/>
        </p:nvSpPr>
        <p:spPr>
          <a:xfrm>
            <a:off x="484632" y="868680"/>
            <a:ext cx="9729216" cy="661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화면은 위에서부터 헤더 · 편집화면 · 디버그 패널로 나누어짐</a:t>
            </a:r>
            <a:r>
              <a:rPr lang="en-US" altLang="ko-KR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250" b="1" dirty="0">
                <a:latin typeface="네오현대 B" pitchFamily="34" charset="0"/>
                <a:ea typeface="네오현대 B" pitchFamily="34" charset="-127"/>
              </a:rPr>
              <a:t>PID</a:t>
            </a:r>
            <a:r>
              <a:rPr lang="ko-KR" altLang="en-US" sz="1250" b="1" dirty="0">
                <a:latin typeface="네오현대 B" pitchFamily="34" charset="0"/>
                <a:ea typeface="네오현대 B" pitchFamily="34" charset="-127"/>
              </a:rPr>
              <a:t> 결과 화면을 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실시간으로 수정하면서 실행하여 로직의 결과 확인 </a:t>
            </a:r>
            <a:r>
              <a:rPr lang="ko-KR" altLang="en-US" sz="1250" b="1" dirty="0">
                <a:latin typeface="네오현대 B" pitchFamily="34" charset="0"/>
                <a:ea typeface="네오현대 B" pitchFamily="34" charset="-127"/>
              </a:rPr>
              <a:t>가능합니다</a:t>
            </a:r>
            <a:r>
              <a:rPr lang="en-US" altLang="ko-KR" sz="1250" dirty="0">
                <a:latin typeface="네오현대 B" pitchFamily="34" charset="0"/>
                <a:ea typeface="네오현대 B" pitchFamily="34" charset="-127"/>
              </a:rPr>
              <a:t>.</a:t>
            </a:r>
            <a:endParaRPr lang="ko-KR" altLang="en-US" sz="1250" dirty="0"/>
          </a:p>
        </p:txBody>
      </p:sp>
      <p:pic>
        <p:nvPicPr>
          <p:cNvPr id="47" name="그림 46">
            <a:extLst>
              <a:ext uri="{FF2B5EF4-FFF2-40B4-BE49-F238E27FC236}">
                <a16:creationId xmlns:a16="http://schemas.microsoft.com/office/drawing/2014/main" id="{82CFEE0E-1E7B-8F5E-09ED-92285B3D3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1673116"/>
            <a:ext cx="10391775" cy="56603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190E0BC-8C1B-91B5-F323-BFAE322961EE}"/>
              </a:ext>
            </a:extLst>
          </p:cNvPr>
          <p:cNvSpPr/>
          <p:nvPr/>
        </p:nvSpPr>
        <p:spPr>
          <a:xfrm>
            <a:off x="6648450" y="3344717"/>
            <a:ext cx="3976688" cy="367083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Num1">
            <a:extLst>
              <a:ext uri="{FF2B5EF4-FFF2-40B4-BE49-F238E27FC236}">
                <a16:creationId xmlns:a16="http://schemas.microsoft.com/office/drawing/2014/main" id="{0AF6D8E3-D200-5BA3-C885-09DC71152B1D}"/>
              </a:ext>
            </a:extLst>
          </p:cNvPr>
          <p:cNvSpPr/>
          <p:nvPr/>
        </p:nvSpPr>
        <p:spPr>
          <a:xfrm>
            <a:off x="7181088" y="351408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4C641716-B293-E875-0C7A-3CC1D24ECFA2}"/>
              </a:ext>
            </a:extLst>
          </p:cNvPr>
          <p:cNvSpPr txBox="1"/>
          <p:nvPr/>
        </p:nvSpPr>
        <p:spPr>
          <a:xfrm>
            <a:off x="7181088" y="351408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55" name="Text 17">
            <a:extLst>
              <a:ext uri="{FF2B5EF4-FFF2-40B4-BE49-F238E27FC236}">
                <a16:creationId xmlns:a16="http://schemas.microsoft.com/office/drawing/2014/main" id="{3F04EBFC-0EA0-DFD1-0490-3C841FD92270}"/>
              </a:ext>
            </a:extLst>
          </p:cNvPr>
          <p:cNvSpPr txBox="1"/>
          <p:nvPr/>
        </p:nvSpPr>
        <p:spPr>
          <a:xfrm>
            <a:off x="7565136" y="349579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헤더 ① PID 불러오기</a:t>
            </a:r>
            <a:endParaRPr lang="ko-KR" altLang="en-US" sz="1250" dirty="0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4A8C72F5-574E-AB11-6262-499DEF0AD06B}"/>
              </a:ext>
            </a:extLst>
          </p:cNvPr>
          <p:cNvSpPr txBox="1"/>
          <p:nvPr/>
        </p:nvSpPr>
        <p:spPr>
          <a:xfrm>
            <a:off x="7565136" y="3824978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· 버전을 고르고 [불러오기]</a:t>
            </a:r>
            <a:endParaRPr lang="ko-KR" altLang="en-US" sz="1100" dirty="0"/>
          </a:p>
        </p:txBody>
      </p:sp>
      <p:sp>
        <p:nvSpPr>
          <p:cNvPr id="59" name="Num2">
            <a:extLst>
              <a:ext uri="{FF2B5EF4-FFF2-40B4-BE49-F238E27FC236}">
                <a16:creationId xmlns:a16="http://schemas.microsoft.com/office/drawing/2014/main" id="{16AF16BF-1EEE-0193-4140-F0A8A98F8997}"/>
              </a:ext>
            </a:extLst>
          </p:cNvPr>
          <p:cNvSpPr/>
          <p:nvPr/>
        </p:nvSpPr>
        <p:spPr>
          <a:xfrm>
            <a:off x="7166800" y="411758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20">
            <a:extLst>
              <a:ext uri="{FF2B5EF4-FFF2-40B4-BE49-F238E27FC236}">
                <a16:creationId xmlns:a16="http://schemas.microsoft.com/office/drawing/2014/main" id="{C782C28F-F610-E2FA-8D17-7EF2756CDFAD}"/>
              </a:ext>
            </a:extLst>
          </p:cNvPr>
          <p:cNvSpPr txBox="1"/>
          <p:nvPr/>
        </p:nvSpPr>
        <p:spPr>
          <a:xfrm>
            <a:off x="7166800" y="41175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0C0E4951-DCB8-1C3F-5FE5-DADAF94E50BE}"/>
              </a:ext>
            </a:extLst>
          </p:cNvPr>
          <p:cNvSpPr txBox="1"/>
          <p:nvPr/>
        </p:nvSpPr>
        <p:spPr>
          <a:xfrm>
            <a:off x="7550848" y="4099298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헤더 ② 실행 대상 · 실행</a:t>
            </a:r>
            <a:endParaRPr lang="ko-KR" altLang="en-US" sz="1250" dirty="0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8FD465BA-6A3F-3453-37B2-E5CC7955E848}"/>
              </a:ext>
            </a:extLst>
          </p:cNvPr>
          <p:cNvSpPr txBox="1"/>
          <p:nvPr/>
        </p:nvSpPr>
        <p:spPr>
          <a:xfrm>
            <a:off x="7550848" y="4428482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 입력 → [실행]. 오른쪽에 불러온 PID 정보</a:t>
            </a:r>
            <a:endParaRPr lang="ko-KR" altLang="en-US" sz="1100" dirty="0"/>
          </a:p>
        </p:txBody>
      </p:sp>
      <p:sp>
        <p:nvSpPr>
          <p:cNvPr id="67" name="Num3">
            <a:extLst>
              <a:ext uri="{FF2B5EF4-FFF2-40B4-BE49-F238E27FC236}">
                <a16:creationId xmlns:a16="http://schemas.microsoft.com/office/drawing/2014/main" id="{A2DBA0B3-8EAA-D741-D24C-FC299082951F}"/>
              </a:ext>
            </a:extLst>
          </p:cNvPr>
          <p:cNvSpPr/>
          <p:nvPr/>
        </p:nvSpPr>
        <p:spPr>
          <a:xfrm>
            <a:off x="7181088" y="482133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24">
            <a:extLst>
              <a:ext uri="{FF2B5EF4-FFF2-40B4-BE49-F238E27FC236}">
                <a16:creationId xmlns:a16="http://schemas.microsoft.com/office/drawing/2014/main" id="{1BFDCB52-3547-F48C-902F-5496A983DE07}"/>
              </a:ext>
            </a:extLst>
          </p:cNvPr>
          <p:cNvSpPr txBox="1"/>
          <p:nvPr/>
        </p:nvSpPr>
        <p:spPr>
          <a:xfrm>
            <a:off x="7181088" y="48213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71" name="Text 25">
            <a:extLst>
              <a:ext uri="{FF2B5EF4-FFF2-40B4-BE49-F238E27FC236}">
                <a16:creationId xmlns:a16="http://schemas.microsoft.com/office/drawing/2014/main" id="{D9B006B8-04E5-6327-487D-6D9FB2B65AE3}"/>
              </a:ext>
            </a:extLst>
          </p:cNvPr>
          <p:cNvSpPr txBox="1"/>
          <p:nvPr/>
        </p:nvSpPr>
        <p:spPr>
          <a:xfrm>
            <a:off x="7565136" y="480304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도구 줄</a:t>
            </a:r>
            <a:endParaRPr lang="ko-KR" altLang="en-US" sz="1250" dirty="0"/>
          </a:p>
        </p:txBody>
      </p:sp>
      <p:sp>
        <p:nvSpPr>
          <p:cNvPr id="73" name="Text 26">
            <a:extLst>
              <a:ext uri="{FF2B5EF4-FFF2-40B4-BE49-F238E27FC236}">
                <a16:creationId xmlns:a16="http://schemas.microsoft.com/office/drawing/2014/main" id="{33D116CD-3691-7511-9A0E-98A774635B3F}"/>
              </a:ext>
            </a:extLst>
          </p:cNvPr>
          <p:cNvSpPr txBox="1"/>
          <p:nvPr/>
        </p:nvSpPr>
        <p:spPr>
          <a:xfrm>
            <a:off x="7565136" y="5132226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수정 현황, SPEC/KEY 열 추가, 확대/축소, DB 원본으로 되돌리기</a:t>
            </a:r>
            <a:endParaRPr lang="ko-KR" altLang="en-US" sz="1100" dirty="0"/>
          </a:p>
        </p:txBody>
      </p:sp>
      <p:sp>
        <p:nvSpPr>
          <p:cNvPr id="75" name="Num4">
            <a:extLst>
              <a:ext uri="{FF2B5EF4-FFF2-40B4-BE49-F238E27FC236}">
                <a16:creationId xmlns:a16="http://schemas.microsoft.com/office/drawing/2014/main" id="{21C1FBA8-6189-0FD3-C985-53205E995126}"/>
              </a:ext>
            </a:extLst>
          </p:cNvPr>
          <p:cNvSpPr/>
          <p:nvPr/>
        </p:nvSpPr>
        <p:spPr>
          <a:xfrm>
            <a:off x="7190232" y="5484115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28">
            <a:extLst>
              <a:ext uri="{FF2B5EF4-FFF2-40B4-BE49-F238E27FC236}">
                <a16:creationId xmlns:a16="http://schemas.microsoft.com/office/drawing/2014/main" id="{6E4AE7F7-3506-E16D-7A34-292E965D1609}"/>
              </a:ext>
            </a:extLst>
          </p:cNvPr>
          <p:cNvSpPr txBox="1"/>
          <p:nvPr/>
        </p:nvSpPr>
        <p:spPr>
          <a:xfrm>
            <a:off x="7190232" y="54841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79" name="Text 29">
            <a:extLst>
              <a:ext uri="{FF2B5EF4-FFF2-40B4-BE49-F238E27FC236}">
                <a16:creationId xmlns:a16="http://schemas.microsoft.com/office/drawing/2014/main" id="{9598D0D5-E56B-DBAE-E354-D9BC827D0D22}"/>
              </a:ext>
            </a:extLst>
          </p:cNvPr>
          <p:cNvSpPr txBox="1"/>
          <p:nvPr/>
        </p:nvSpPr>
        <p:spPr>
          <a:xfrm>
            <a:off x="7574280" y="5465827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편집 표</a:t>
            </a:r>
            <a:endParaRPr lang="ko-KR" altLang="en-US" sz="1250" dirty="0"/>
          </a:p>
        </p:txBody>
      </p:sp>
      <p:sp>
        <p:nvSpPr>
          <p:cNvPr id="81" name="Text 30">
            <a:extLst>
              <a:ext uri="{FF2B5EF4-FFF2-40B4-BE49-F238E27FC236}">
                <a16:creationId xmlns:a16="http://schemas.microsoft.com/office/drawing/2014/main" id="{4119C4FC-3523-C132-34CF-304990484AEE}"/>
              </a:ext>
            </a:extLst>
          </p:cNvPr>
          <p:cNvSpPr txBox="1"/>
          <p:nvPr/>
        </p:nvSpPr>
        <p:spPr>
          <a:xfrm>
            <a:off x="7574280" y="5795011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로직. 직접 고칠 수 있고 실행 결과 색 · 단계가 함께 표시</a:t>
            </a:r>
            <a:endParaRPr lang="ko-KR" altLang="en-US" sz="1100" dirty="0"/>
          </a:p>
        </p:txBody>
      </p:sp>
      <p:sp>
        <p:nvSpPr>
          <p:cNvPr id="83" name="Num5">
            <a:extLst>
              <a:ext uri="{FF2B5EF4-FFF2-40B4-BE49-F238E27FC236}">
                <a16:creationId xmlns:a16="http://schemas.microsoft.com/office/drawing/2014/main" id="{81DBFED2-57A8-B697-F016-A9EEC04866CB}"/>
              </a:ext>
            </a:extLst>
          </p:cNvPr>
          <p:cNvSpPr/>
          <p:nvPr/>
        </p:nvSpPr>
        <p:spPr>
          <a:xfrm>
            <a:off x="7190232" y="621088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32">
            <a:extLst>
              <a:ext uri="{FF2B5EF4-FFF2-40B4-BE49-F238E27FC236}">
                <a16:creationId xmlns:a16="http://schemas.microsoft.com/office/drawing/2014/main" id="{095E1AEF-F5EC-8550-53A3-28D003000A1E}"/>
              </a:ext>
            </a:extLst>
          </p:cNvPr>
          <p:cNvSpPr txBox="1"/>
          <p:nvPr/>
        </p:nvSpPr>
        <p:spPr>
          <a:xfrm>
            <a:off x="7190232" y="62108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87" name="Text 33">
            <a:extLst>
              <a:ext uri="{FF2B5EF4-FFF2-40B4-BE49-F238E27FC236}">
                <a16:creationId xmlns:a16="http://schemas.microsoft.com/office/drawing/2014/main" id="{4633CB66-5CAC-BBB7-5900-0C133A86D1A1}"/>
              </a:ext>
            </a:extLst>
          </p:cNvPr>
          <p:cNvSpPr txBox="1"/>
          <p:nvPr/>
        </p:nvSpPr>
        <p:spPr>
          <a:xfrm>
            <a:off x="7574280" y="6192593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디버그 패널 (접힌 상태)</a:t>
            </a:r>
            <a:endParaRPr lang="ko-KR" altLang="en-US" sz="1250" dirty="0"/>
          </a:p>
        </p:txBody>
      </p:sp>
      <p:sp>
        <p:nvSpPr>
          <p:cNvPr id="89" name="Text 34">
            <a:extLst>
              <a:ext uri="{FF2B5EF4-FFF2-40B4-BE49-F238E27FC236}">
                <a16:creationId xmlns:a16="http://schemas.microsoft.com/office/drawing/2014/main" id="{93F77DFD-9D6A-8AEF-5FEE-6C9D1B4565D4}"/>
              </a:ext>
            </a:extLst>
          </p:cNvPr>
          <p:cNvSpPr txBox="1"/>
          <p:nvPr/>
        </p:nvSpPr>
        <p:spPr>
          <a:xfrm>
            <a:off x="7574280" y="6521777"/>
            <a:ext cx="2715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5F6B70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요약 · 단계 이동. [펼치기]로 상세 탭 열기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0057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AE80E-1FA9-46AB-3440-F931B72BC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B0B7E4C4-A319-3618-C1BA-0C0875C2FAB0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FF7ADC9C-6685-8315-55F9-970F1F690489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. 디버그 패널 — 펼치기 → </a:t>
            </a: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(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라인별 결과</a:t>
            </a: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,  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하위 </a:t>
            </a: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 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등</a:t>
            </a: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)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1A23409B-6787-9842-18A0-7CD78CB37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3D6899A4-42E9-F0F4-685A-E4FF763DAD61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AFD8B08C-1296-65C5-2DC3-05027546A03F}"/>
              </a:ext>
            </a:extLst>
          </p:cNvPr>
          <p:cNvSpPr txBox="1"/>
          <p:nvPr/>
        </p:nvSpPr>
        <p:spPr>
          <a:xfrm>
            <a:off x="484632" y="914400"/>
            <a:ext cx="9729216" cy="925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[펼치기]를 누르면 결과 탭이 열리고</a:t>
            </a:r>
            <a:r>
              <a:rPr lang="en-US" altLang="ko-KR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, </a:t>
            </a: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</a:rPr>
              <a:t>실행한 </a:t>
            </a:r>
            <a:r>
              <a:rPr lang="en-US" altLang="ko-KR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</a:rPr>
              <a:t>PID</a:t>
            </a: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</a:rPr>
              <a:t>에 대한 상세 분석 내용이 출력</a:t>
            </a:r>
            <a:endParaRPr lang="en-US" altLang="ko-KR" sz="1250" dirty="0">
              <a:solidFill>
                <a:srgbClr val="222222"/>
              </a:solidFill>
              <a:latin typeface="네오현대 B" pitchFamily="34" charset="0"/>
              <a:ea typeface="네오현대 B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주요기능 </a:t>
            </a:r>
            <a:r>
              <a:rPr lang="en-US" altLang="ko-KR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: 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라인별 결과</a:t>
            </a:r>
            <a:r>
              <a:rPr lang="en-US" altLang="ko-KR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(</a:t>
            </a:r>
            <a:r>
              <a:rPr lang="ko-KR" altLang="en-US" sz="1250" b="1" dirty="0" err="1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시뮬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 결과</a:t>
            </a:r>
            <a:r>
              <a:rPr lang="en-US" altLang="ko-KR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) / 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최종 </a:t>
            </a:r>
            <a:r>
              <a:rPr lang="en-US" altLang="ko-KR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output / 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하위 </a:t>
            </a:r>
            <a:r>
              <a:rPr lang="en-US" altLang="ko-KR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PID </a:t>
            </a:r>
            <a:r>
              <a:rPr lang="ko-KR" altLang="en-US" sz="1250" b="1" dirty="0">
                <a:solidFill>
                  <a:srgbClr val="0070C0"/>
                </a:solidFill>
                <a:latin typeface="네오현대 B" pitchFamily="34" charset="0"/>
                <a:ea typeface="네오현대 B" pitchFamily="34" charset="-127"/>
              </a:rPr>
              <a:t>등</a:t>
            </a:r>
            <a:endParaRPr lang="ko-KR" altLang="en-US" sz="1250" dirty="0"/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53A00094-AAC9-3E16-80E2-719AB6217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" y="1986058"/>
            <a:ext cx="9978390" cy="507984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B68B7748-ACD6-B9E4-E803-9261E3156D9B}"/>
              </a:ext>
            </a:extLst>
          </p:cNvPr>
          <p:cNvSpPr/>
          <p:nvPr/>
        </p:nvSpPr>
        <p:spPr>
          <a:xfrm>
            <a:off x="6606730" y="868680"/>
            <a:ext cx="3976688" cy="363118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6" name="Num1">
            <a:extLst>
              <a:ext uri="{FF2B5EF4-FFF2-40B4-BE49-F238E27FC236}">
                <a16:creationId xmlns:a16="http://schemas.microsoft.com/office/drawing/2014/main" id="{B6A450D0-C877-7A37-CB76-237EED848DEB}"/>
              </a:ext>
            </a:extLst>
          </p:cNvPr>
          <p:cNvSpPr/>
          <p:nvPr/>
        </p:nvSpPr>
        <p:spPr>
          <a:xfrm>
            <a:off x="6899910" y="102412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8" name="Text 20">
            <a:extLst>
              <a:ext uri="{FF2B5EF4-FFF2-40B4-BE49-F238E27FC236}">
                <a16:creationId xmlns:a16="http://schemas.microsoft.com/office/drawing/2014/main" id="{A888524E-0CC5-307E-6CD1-C7C0C0613E89}"/>
              </a:ext>
            </a:extLst>
          </p:cNvPr>
          <p:cNvSpPr txBox="1"/>
          <p:nvPr/>
        </p:nvSpPr>
        <p:spPr>
          <a:xfrm>
            <a:off x="6899910" y="1024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0" name="Text 21">
            <a:extLst>
              <a:ext uri="{FF2B5EF4-FFF2-40B4-BE49-F238E27FC236}">
                <a16:creationId xmlns:a16="http://schemas.microsoft.com/office/drawing/2014/main" id="{ACB34841-98B1-9988-BDF2-940DE660239C}"/>
              </a:ext>
            </a:extLst>
          </p:cNvPr>
          <p:cNvSpPr txBox="1"/>
          <p:nvPr/>
        </p:nvSpPr>
        <p:spPr>
          <a:xfrm>
            <a:off x="7283958" y="1005840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라인별 결과</a:t>
            </a:r>
            <a:r>
              <a:rPr lang="en-US" altLang="ko-KR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(</a:t>
            </a:r>
            <a:r>
              <a:rPr lang="ko-KR" altLang="en-US" sz="125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시뮬</a:t>
            </a: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 결과</a:t>
            </a:r>
            <a:r>
              <a:rPr lang="en-US" altLang="ko-KR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)</a:t>
            </a:r>
            <a:endParaRPr lang="ko-KR" alt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8FE10440-740B-E3A7-6805-6983C8855E68}"/>
              </a:ext>
            </a:extLst>
          </p:cNvPr>
          <p:cNvSpPr txBox="1"/>
          <p:nvPr/>
        </p:nvSpPr>
        <p:spPr>
          <a:xfrm>
            <a:off x="7283958" y="1335024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끌어서 높이 조절 · 더블클릭 크게/작게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4" name="Num2">
            <a:extLst>
              <a:ext uri="{FF2B5EF4-FFF2-40B4-BE49-F238E27FC236}">
                <a16:creationId xmlns:a16="http://schemas.microsoft.com/office/drawing/2014/main" id="{2B54F704-9095-5314-A21D-B49AFE8A209B}"/>
              </a:ext>
            </a:extLst>
          </p:cNvPr>
          <p:cNvSpPr/>
          <p:nvPr/>
        </p:nvSpPr>
        <p:spPr>
          <a:xfrm>
            <a:off x="6899910" y="1737360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6" name="Text 24">
            <a:extLst>
              <a:ext uri="{FF2B5EF4-FFF2-40B4-BE49-F238E27FC236}">
                <a16:creationId xmlns:a16="http://schemas.microsoft.com/office/drawing/2014/main" id="{BA14DA96-DDB4-78E5-F8AF-8DD215CED20B}"/>
              </a:ext>
            </a:extLst>
          </p:cNvPr>
          <p:cNvSpPr txBox="1"/>
          <p:nvPr/>
        </p:nvSpPr>
        <p:spPr>
          <a:xfrm>
            <a:off x="689991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8" name="Text 25">
            <a:extLst>
              <a:ext uri="{FF2B5EF4-FFF2-40B4-BE49-F238E27FC236}">
                <a16:creationId xmlns:a16="http://schemas.microsoft.com/office/drawing/2014/main" id="{66400E4C-3BB9-A984-2609-5C153CD88247}"/>
              </a:ext>
            </a:extLst>
          </p:cNvPr>
          <p:cNvSpPr txBox="1"/>
          <p:nvPr/>
        </p:nvSpPr>
        <p:spPr>
          <a:xfrm>
            <a:off x="7283958" y="1719072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</a:t>
            </a:r>
            <a:endParaRPr lang="ko-KR" alt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0" name="Text 26">
            <a:extLst>
              <a:ext uri="{FF2B5EF4-FFF2-40B4-BE49-F238E27FC236}">
                <a16:creationId xmlns:a16="http://schemas.microsoft.com/office/drawing/2014/main" id="{D4C3D49A-4B87-0AB7-F040-53755EB3A501}"/>
              </a:ext>
            </a:extLst>
          </p:cNvPr>
          <p:cNvSpPr txBox="1"/>
          <p:nvPr/>
        </p:nvSpPr>
        <p:spPr>
          <a:xfrm>
            <a:off x="7283958" y="2048256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실행한 </a:t>
            </a: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</a:t>
            </a: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에 선언된 변수 리스트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52" name="Num1">
            <a:extLst>
              <a:ext uri="{FF2B5EF4-FFF2-40B4-BE49-F238E27FC236}">
                <a16:creationId xmlns:a16="http://schemas.microsoft.com/office/drawing/2014/main" id="{6EF8186A-CCDA-F5C1-310B-BDD932187E85}"/>
              </a:ext>
            </a:extLst>
          </p:cNvPr>
          <p:cNvSpPr/>
          <p:nvPr/>
        </p:nvSpPr>
        <p:spPr>
          <a:xfrm>
            <a:off x="720662" y="270230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4" name="Text 20">
            <a:extLst>
              <a:ext uri="{FF2B5EF4-FFF2-40B4-BE49-F238E27FC236}">
                <a16:creationId xmlns:a16="http://schemas.microsoft.com/office/drawing/2014/main" id="{04314F1B-BBF6-901D-9B5B-D2F52D3951B6}"/>
              </a:ext>
            </a:extLst>
          </p:cNvPr>
          <p:cNvSpPr txBox="1"/>
          <p:nvPr/>
        </p:nvSpPr>
        <p:spPr>
          <a:xfrm>
            <a:off x="720662" y="2702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EA391973-06D2-9F90-5269-D52768FD7B9A}"/>
              </a:ext>
            </a:extLst>
          </p:cNvPr>
          <p:cNvGrpSpPr/>
          <p:nvPr/>
        </p:nvGrpSpPr>
        <p:grpSpPr>
          <a:xfrm>
            <a:off x="1859853" y="2702306"/>
            <a:ext cx="274320" cy="274320"/>
            <a:chOff x="-15049" y="1950085"/>
            <a:chExt cx="274320" cy="274320"/>
          </a:xfrm>
        </p:grpSpPr>
        <p:sp>
          <p:nvSpPr>
            <p:cNvPr id="256" name="Num1">
              <a:extLst>
                <a:ext uri="{FF2B5EF4-FFF2-40B4-BE49-F238E27FC236}">
                  <a16:creationId xmlns:a16="http://schemas.microsoft.com/office/drawing/2014/main" id="{CCDA85AE-B0AC-21A4-9D99-A580211B5906}"/>
                </a:ext>
              </a:extLst>
            </p:cNvPr>
            <p:cNvSpPr/>
            <p:nvPr/>
          </p:nvSpPr>
          <p:spPr>
            <a:xfrm>
              <a:off x="-15049" y="1950085"/>
              <a:ext cx="274320" cy="274320"/>
            </a:xfrm>
            <a:prstGeom prst="ellipse">
              <a:avLst/>
            </a:prstGeom>
            <a:solidFill>
              <a:srgbClr val="13702F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8" name="Text 20">
              <a:extLst>
                <a:ext uri="{FF2B5EF4-FFF2-40B4-BE49-F238E27FC236}">
                  <a16:creationId xmlns:a16="http://schemas.microsoft.com/office/drawing/2014/main" id="{CFE3E93D-77FB-0AAB-0576-F19051C575C9}"/>
                </a:ext>
              </a:extLst>
            </p:cNvPr>
            <p:cNvSpPr txBox="1"/>
            <p:nvPr/>
          </p:nvSpPr>
          <p:spPr>
            <a:xfrm>
              <a:off x="-15049" y="1950085"/>
              <a:ext cx="2743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ko-KR" sz="1100" dirty="0">
                  <a:solidFill>
                    <a:srgbClr val="FFFFFF"/>
                  </a:solidFill>
                  <a:latin typeface="네오현대 EB" pitchFamily="34" charset="0"/>
                  <a:ea typeface="네오현대 EB" pitchFamily="34" charset="-127"/>
                  <a:cs typeface="네오현대 EB" pitchFamily="34" charset="-120"/>
                </a:rPr>
                <a:t>2</a:t>
              </a:r>
              <a:endParaRPr lang="ko-KR" altLang="en-US" sz="1100" dirty="0"/>
            </a:p>
          </p:txBody>
        </p:sp>
      </p:grpSp>
      <p:sp>
        <p:nvSpPr>
          <p:cNvPr id="265" name="Num1">
            <a:extLst>
              <a:ext uri="{FF2B5EF4-FFF2-40B4-BE49-F238E27FC236}">
                <a16:creationId xmlns:a16="http://schemas.microsoft.com/office/drawing/2014/main" id="{A7D56582-0367-085E-2174-E6F48EC542FC}"/>
              </a:ext>
            </a:extLst>
          </p:cNvPr>
          <p:cNvSpPr/>
          <p:nvPr/>
        </p:nvSpPr>
        <p:spPr>
          <a:xfrm>
            <a:off x="2558987" y="270230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7" name="Text 20">
            <a:extLst>
              <a:ext uri="{FF2B5EF4-FFF2-40B4-BE49-F238E27FC236}">
                <a16:creationId xmlns:a16="http://schemas.microsoft.com/office/drawing/2014/main" id="{643BD9A2-1D66-9DD3-5418-016E6B96AC87}"/>
              </a:ext>
            </a:extLst>
          </p:cNvPr>
          <p:cNvSpPr txBox="1"/>
          <p:nvPr/>
        </p:nvSpPr>
        <p:spPr>
          <a:xfrm>
            <a:off x="2558987" y="2702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69" name="Num1">
            <a:extLst>
              <a:ext uri="{FF2B5EF4-FFF2-40B4-BE49-F238E27FC236}">
                <a16:creationId xmlns:a16="http://schemas.microsoft.com/office/drawing/2014/main" id="{7855BAA5-57E0-6A2E-2016-FBF9CA1843FA}"/>
              </a:ext>
            </a:extLst>
          </p:cNvPr>
          <p:cNvSpPr/>
          <p:nvPr/>
        </p:nvSpPr>
        <p:spPr>
          <a:xfrm>
            <a:off x="3486912" y="270230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1" name="Text 20">
            <a:extLst>
              <a:ext uri="{FF2B5EF4-FFF2-40B4-BE49-F238E27FC236}">
                <a16:creationId xmlns:a16="http://schemas.microsoft.com/office/drawing/2014/main" id="{3032023B-89C4-95D8-69B1-004CDEFBCE1E}"/>
              </a:ext>
            </a:extLst>
          </p:cNvPr>
          <p:cNvSpPr txBox="1"/>
          <p:nvPr/>
        </p:nvSpPr>
        <p:spPr>
          <a:xfrm>
            <a:off x="3486912" y="2702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</a:rPr>
              <a:t>4</a:t>
            </a:r>
            <a:endParaRPr lang="ko-KR" altLang="en-US" sz="1100" dirty="0"/>
          </a:p>
        </p:txBody>
      </p:sp>
      <p:sp>
        <p:nvSpPr>
          <p:cNvPr id="273" name="Num1">
            <a:extLst>
              <a:ext uri="{FF2B5EF4-FFF2-40B4-BE49-F238E27FC236}">
                <a16:creationId xmlns:a16="http://schemas.microsoft.com/office/drawing/2014/main" id="{FF7FF274-3EC5-545C-CBFF-34FC289169A0}"/>
              </a:ext>
            </a:extLst>
          </p:cNvPr>
          <p:cNvSpPr/>
          <p:nvPr/>
        </p:nvSpPr>
        <p:spPr>
          <a:xfrm>
            <a:off x="4488943" y="270230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5" name="Text 20">
            <a:extLst>
              <a:ext uri="{FF2B5EF4-FFF2-40B4-BE49-F238E27FC236}">
                <a16:creationId xmlns:a16="http://schemas.microsoft.com/office/drawing/2014/main" id="{95FEC1D6-F4E8-2BE0-7093-238BB168EE2C}"/>
              </a:ext>
            </a:extLst>
          </p:cNvPr>
          <p:cNvSpPr txBox="1"/>
          <p:nvPr/>
        </p:nvSpPr>
        <p:spPr>
          <a:xfrm>
            <a:off x="4488943" y="27023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281" name="Num2">
            <a:extLst>
              <a:ext uri="{FF2B5EF4-FFF2-40B4-BE49-F238E27FC236}">
                <a16:creationId xmlns:a16="http://schemas.microsoft.com/office/drawing/2014/main" id="{106DEC91-C8FC-7CF2-C466-441F461C51E3}"/>
              </a:ext>
            </a:extLst>
          </p:cNvPr>
          <p:cNvSpPr/>
          <p:nvPr/>
        </p:nvSpPr>
        <p:spPr>
          <a:xfrm>
            <a:off x="6899910" y="247872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3" name="Text 24">
            <a:extLst>
              <a:ext uri="{FF2B5EF4-FFF2-40B4-BE49-F238E27FC236}">
                <a16:creationId xmlns:a16="http://schemas.microsoft.com/office/drawing/2014/main" id="{1F29E49F-EB6F-3204-A189-E1190DC63F8D}"/>
              </a:ext>
            </a:extLst>
          </p:cNvPr>
          <p:cNvSpPr txBox="1"/>
          <p:nvPr/>
        </p:nvSpPr>
        <p:spPr>
          <a:xfrm>
            <a:off x="6899910" y="247872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5" name="Text 25">
            <a:extLst>
              <a:ext uri="{FF2B5EF4-FFF2-40B4-BE49-F238E27FC236}">
                <a16:creationId xmlns:a16="http://schemas.microsoft.com/office/drawing/2014/main" id="{97DB9F09-F6D0-98C8-8183-099B8B99F7BB}"/>
              </a:ext>
            </a:extLst>
          </p:cNvPr>
          <p:cNvSpPr txBox="1"/>
          <p:nvPr/>
        </p:nvSpPr>
        <p:spPr>
          <a:xfrm>
            <a:off x="7283958" y="246043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</a:t>
            </a:r>
            <a:r>
              <a:rPr lang="en-US" altLang="ko-KR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OUTPUT</a:t>
            </a:r>
            <a:endParaRPr lang="ko-KR" alt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7" name="Text 26">
            <a:extLst>
              <a:ext uri="{FF2B5EF4-FFF2-40B4-BE49-F238E27FC236}">
                <a16:creationId xmlns:a16="http://schemas.microsoft.com/office/drawing/2014/main" id="{14A0AED3-795F-BDBF-7379-988058931092}"/>
              </a:ext>
            </a:extLst>
          </p:cNvPr>
          <p:cNvSpPr txBox="1"/>
          <p:nvPr/>
        </p:nvSpPr>
        <p:spPr>
          <a:xfrm>
            <a:off x="7283958" y="2789618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실행한 </a:t>
            </a: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PID</a:t>
            </a: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에 선언된 변수의 결과 값 출력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89" name="Num2">
            <a:extLst>
              <a:ext uri="{FF2B5EF4-FFF2-40B4-BE49-F238E27FC236}">
                <a16:creationId xmlns:a16="http://schemas.microsoft.com/office/drawing/2014/main" id="{076803F5-0A37-EB70-189A-99EABEA13B9A}"/>
              </a:ext>
            </a:extLst>
          </p:cNvPr>
          <p:cNvSpPr/>
          <p:nvPr/>
        </p:nvSpPr>
        <p:spPr>
          <a:xfrm>
            <a:off x="6899910" y="3227927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1" name="Text 24">
            <a:extLst>
              <a:ext uri="{FF2B5EF4-FFF2-40B4-BE49-F238E27FC236}">
                <a16:creationId xmlns:a16="http://schemas.microsoft.com/office/drawing/2014/main" id="{19BD21D0-9F56-508E-219A-4C4E9647DB76}"/>
              </a:ext>
            </a:extLst>
          </p:cNvPr>
          <p:cNvSpPr txBox="1"/>
          <p:nvPr/>
        </p:nvSpPr>
        <p:spPr>
          <a:xfrm>
            <a:off x="6899910" y="32279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3" name="Text 25">
            <a:extLst>
              <a:ext uri="{FF2B5EF4-FFF2-40B4-BE49-F238E27FC236}">
                <a16:creationId xmlns:a16="http://schemas.microsoft.com/office/drawing/2014/main" id="{0B496283-610A-C5EB-7CE7-57DB92B922FF}"/>
              </a:ext>
            </a:extLst>
          </p:cNvPr>
          <p:cNvSpPr txBox="1"/>
          <p:nvPr/>
        </p:nvSpPr>
        <p:spPr>
          <a:xfrm>
            <a:off x="7283958" y="3209639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영업사양</a:t>
            </a:r>
            <a:endParaRPr lang="ko-KR" alt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5" name="Text 26">
            <a:extLst>
              <a:ext uri="{FF2B5EF4-FFF2-40B4-BE49-F238E27FC236}">
                <a16:creationId xmlns:a16="http://schemas.microsoft.com/office/drawing/2014/main" id="{3946C605-BA83-EE3B-7E31-87D1079B0E95}"/>
              </a:ext>
            </a:extLst>
          </p:cNvPr>
          <p:cNvSpPr txBox="1"/>
          <p:nvPr/>
        </p:nvSpPr>
        <p:spPr>
          <a:xfrm>
            <a:off x="7283958" y="3538823"/>
            <a:ext cx="271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입력한 호기의 영업사양 값 리스트</a:t>
            </a:r>
          </a:p>
        </p:txBody>
      </p:sp>
      <p:sp>
        <p:nvSpPr>
          <p:cNvPr id="297" name="Num2">
            <a:extLst>
              <a:ext uri="{FF2B5EF4-FFF2-40B4-BE49-F238E27FC236}">
                <a16:creationId xmlns:a16="http://schemas.microsoft.com/office/drawing/2014/main" id="{B6A86A2D-DE8F-78C5-FDA8-B7C9E33272D9}"/>
              </a:ext>
            </a:extLst>
          </p:cNvPr>
          <p:cNvSpPr/>
          <p:nvPr/>
        </p:nvSpPr>
        <p:spPr>
          <a:xfrm>
            <a:off x="6899910" y="389785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9" name="Text 24">
            <a:extLst>
              <a:ext uri="{FF2B5EF4-FFF2-40B4-BE49-F238E27FC236}">
                <a16:creationId xmlns:a16="http://schemas.microsoft.com/office/drawing/2014/main" id="{B64644D9-8280-A7B6-A9D6-840F912C1185}"/>
              </a:ext>
            </a:extLst>
          </p:cNvPr>
          <p:cNvSpPr txBox="1"/>
          <p:nvPr/>
        </p:nvSpPr>
        <p:spPr>
          <a:xfrm>
            <a:off x="6899910" y="38978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1" name="Text 25">
            <a:extLst>
              <a:ext uri="{FF2B5EF4-FFF2-40B4-BE49-F238E27FC236}">
                <a16:creationId xmlns:a16="http://schemas.microsoft.com/office/drawing/2014/main" id="{54DCEAD0-54C6-3A0E-DC85-499BC970449A}"/>
              </a:ext>
            </a:extLst>
          </p:cNvPr>
          <p:cNvSpPr txBox="1"/>
          <p:nvPr/>
        </p:nvSpPr>
        <p:spPr>
          <a:xfrm>
            <a:off x="7283958" y="3879564"/>
            <a:ext cx="2715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하위 </a:t>
            </a:r>
            <a:r>
              <a:rPr lang="en-US" altLang="ko-KR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PID</a:t>
            </a:r>
            <a:endParaRPr lang="ko-KR" alt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3" name="Text 26">
            <a:extLst>
              <a:ext uri="{FF2B5EF4-FFF2-40B4-BE49-F238E27FC236}">
                <a16:creationId xmlns:a16="http://schemas.microsoft.com/office/drawing/2014/main" id="{075BE1C2-6514-B3C8-FB8F-7EC7CB6D68E0}"/>
              </a:ext>
            </a:extLst>
          </p:cNvPr>
          <p:cNvSpPr txBox="1"/>
          <p:nvPr/>
        </p:nvSpPr>
        <p:spPr>
          <a:xfrm>
            <a:off x="7283958" y="4208748"/>
            <a:ext cx="32994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실행한 </a:t>
            </a: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PID</a:t>
            </a: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에 선언된 </a:t>
            </a:r>
            <a:r>
              <a:rPr lang="en-US" altLang="ko-KR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CALL </a:t>
            </a:r>
            <a:r>
              <a:rPr lang="ko-KR" altLang="en-US" sz="11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네오현대 B" pitchFamily="34" charset="0"/>
                <a:ea typeface="네오현대 B" pitchFamily="34" charset="-127"/>
              </a:rPr>
              <a:t>의 로직 실행 횟수 정리</a:t>
            </a:r>
            <a:endParaRPr lang="ko-KR" altLang="en-US" sz="11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13076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3ED7A-97C7-23FF-DC2E-7B595FEB2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59F957AF-2FF8-E5B7-627E-64D7AEEE7280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DC6650B9-42ED-7AEE-914A-9A2EE4B5EC02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. 주요 기능— 최종 OUTPUT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C20B01E6-BF9F-F9AC-AB88-464E8922D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580775FB-D24A-26E1-983C-E086FCB6D8C0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07B0AD66-EA2F-8464-91F6-02866C55B177}"/>
              </a:ext>
            </a:extLst>
          </p:cNvPr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PID 의 변수(KEY) 전체 값을 보여줍니다. 실행이 모두 끝난 뒤의 값입니다.</a:t>
            </a:r>
            <a:endParaRPr lang="ko-KR" altLang="en-US" sz="1250" dirty="0"/>
          </a:p>
        </p:txBody>
      </p:sp>
      <p:pic>
        <p:nvPicPr>
          <p:cNvPr id="7" name="Screenshot" descr="화면 캡처">
            <a:extLst>
              <a:ext uri="{FF2B5EF4-FFF2-40B4-BE49-F238E27FC236}">
                <a16:creationId xmlns:a16="http://schemas.microsoft.com/office/drawing/2014/main" id="{33A0BD1A-011F-3FC1-1966-AE1D2CB0F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63040"/>
            <a:ext cx="9729216" cy="3097316"/>
          </a:xfrm>
          <a:prstGeom prst="rect">
            <a:avLst/>
          </a:prstGeom>
        </p:spPr>
      </p:pic>
      <p:sp>
        <p:nvSpPr>
          <p:cNvPr id="8" name="ScreenshotFrame">
            <a:extLst>
              <a:ext uri="{FF2B5EF4-FFF2-40B4-BE49-F238E27FC236}">
                <a16:creationId xmlns:a16="http://schemas.microsoft.com/office/drawing/2014/main" id="{B5D837E0-D87D-71B9-154D-2E133D320127}"/>
              </a:ext>
            </a:extLst>
          </p:cNvPr>
          <p:cNvSpPr/>
          <p:nvPr/>
        </p:nvSpPr>
        <p:spPr>
          <a:xfrm>
            <a:off x="484632" y="1463040"/>
            <a:ext cx="9729216" cy="3097316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um1">
            <a:extLst>
              <a:ext uri="{FF2B5EF4-FFF2-40B4-BE49-F238E27FC236}">
                <a16:creationId xmlns:a16="http://schemas.microsoft.com/office/drawing/2014/main" id="{4310ABA9-30BD-4E28-6DA2-BEF8B6B6E9BF}"/>
              </a:ext>
            </a:extLst>
          </p:cNvPr>
          <p:cNvSpPr/>
          <p:nvPr/>
        </p:nvSpPr>
        <p:spPr>
          <a:xfrm>
            <a:off x="2788886" y="1653831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76251AF-CD22-DBB0-08ED-79CCD84BD3DD}"/>
              </a:ext>
            </a:extLst>
          </p:cNvPr>
          <p:cNvSpPr txBox="1"/>
          <p:nvPr/>
        </p:nvSpPr>
        <p:spPr>
          <a:xfrm>
            <a:off x="2788886" y="16538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>
            <a:extLst>
              <a:ext uri="{FF2B5EF4-FFF2-40B4-BE49-F238E27FC236}">
                <a16:creationId xmlns:a16="http://schemas.microsoft.com/office/drawing/2014/main" id="{B96D8F46-0653-1D9F-B8DF-27FEB19C5DD5}"/>
              </a:ext>
            </a:extLst>
          </p:cNvPr>
          <p:cNvSpPr/>
          <p:nvPr/>
        </p:nvSpPr>
        <p:spPr>
          <a:xfrm>
            <a:off x="2533813" y="2076524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4DC7947-8998-B7E5-A32C-51B618A31200}"/>
              </a:ext>
            </a:extLst>
          </p:cNvPr>
          <p:cNvSpPr txBox="1"/>
          <p:nvPr/>
        </p:nvSpPr>
        <p:spPr>
          <a:xfrm>
            <a:off x="2533813" y="20765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>
            <a:extLst>
              <a:ext uri="{FF2B5EF4-FFF2-40B4-BE49-F238E27FC236}">
                <a16:creationId xmlns:a16="http://schemas.microsoft.com/office/drawing/2014/main" id="{8C365781-F2FA-50FD-52A8-9E9F1FCD89CD}"/>
              </a:ext>
            </a:extLst>
          </p:cNvPr>
          <p:cNvSpPr/>
          <p:nvPr/>
        </p:nvSpPr>
        <p:spPr>
          <a:xfrm>
            <a:off x="1841471" y="271056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10A1DD6-8AAD-21A5-226C-83EAD9F3ECCB}"/>
              </a:ext>
            </a:extLst>
          </p:cNvPr>
          <p:cNvSpPr txBox="1"/>
          <p:nvPr/>
        </p:nvSpPr>
        <p:spPr>
          <a:xfrm>
            <a:off x="1841471" y="27105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MarkCard">
            <a:extLst>
              <a:ext uri="{FF2B5EF4-FFF2-40B4-BE49-F238E27FC236}">
                <a16:creationId xmlns:a16="http://schemas.microsoft.com/office/drawing/2014/main" id="{2813C266-508C-4F19-B63E-C5955808AA2A}"/>
              </a:ext>
            </a:extLst>
          </p:cNvPr>
          <p:cNvSpPr/>
          <p:nvPr/>
        </p:nvSpPr>
        <p:spPr>
          <a:xfrm>
            <a:off x="484632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Num1">
            <a:extLst>
              <a:ext uri="{FF2B5EF4-FFF2-40B4-BE49-F238E27FC236}">
                <a16:creationId xmlns:a16="http://schemas.microsoft.com/office/drawing/2014/main" id="{900D0205-C258-8A9E-FC5B-1A5BD044005C}"/>
              </a:ext>
            </a:extLst>
          </p:cNvPr>
          <p:cNvSpPr/>
          <p:nvPr/>
        </p:nvSpPr>
        <p:spPr>
          <a:xfrm>
            <a:off x="621792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597D53A-682A-6426-02C3-7145B4696100}"/>
              </a:ext>
            </a:extLst>
          </p:cNvPr>
          <p:cNvSpPr txBox="1"/>
          <p:nvPr/>
        </p:nvSpPr>
        <p:spPr>
          <a:xfrm>
            <a:off x="621792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B04C76B-6463-9976-74E6-F576DC3D32BB}"/>
              </a:ext>
            </a:extLst>
          </p:cNvPr>
          <p:cNvSpPr txBox="1"/>
          <p:nvPr/>
        </p:nvSpPr>
        <p:spPr>
          <a:xfrm>
            <a:off x="987552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OUTPUT 탭</a:t>
            </a:r>
            <a:endParaRPr lang="ko-KR" altLang="en-US" sz="12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C5730C8-F6E7-1FB4-B130-419045521EED}"/>
              </a:ext>
            </a:extLst>
          </p:cNvPr>
          <p:cNvSpPr txBox="1"/>
          <p:nvPr/>
        </p:nvSpPr>
        <p:spPr>
          <a:xfrm>
            <a:off x="621792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실행이 끝난 뒤 남은 변수(KEY) 전체 값. 탭 옆 숫자가 건수 (예: 140건)</a:t>
            </a:r>
            <a:endParaRPr lang="ko-KR" altLang="en-US" sz="1100" dirty="0"/>
          </a:p>
        </p:txBody>
      </p:sp>
      <p:sp>
        <p:nvSpPr>
          <p:cNvPr id="20" name="MarkCard">
            <a:extLst>
              <a:ext uri="{FF2B5EF4-FFF2-40B4-BE49-F238E27FC236}">
                <a16:creationId xmlns:a16="http://schemas.microsoft.com/office/drawing/2014/main" id="{FD739FCE-1B6F-9B07-5C5D-6402898A2384}"/>
              </a:ext>
            </a:extLst>
          </p:cNvPr>
          <p:cNvSpPr/>
          <p:nvPr/>
        </p:nvSpPr>
        <p:spPr>
          <a:xfrm>
            <a:off x="3788664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Num2">
            <a:extLst>
              <a:ext uri="{FF2B5EF4-FFF2-40B4-BE49-F238E27FC236}">
                <a16:creationId xmlns:a16="http://schemas.microsoft.com/office/drawing/2014/main" id="{600F53DE-F2B4-5147-AC68-AE712517FF98}"/>
              </a:ext>
            </a:extLst>
          </p:cNvPr>
          <p:cNvSpPr/>
          <p:nvPr/>
        </p:nvSpPr>
        <p:spPr>
          <a:xfrm>
            <a:off x="3925824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92131FC3-25E7-9404-AAF2-8BE12BB3B1A1}"/>
              </a:ext>
            </a:extLst>
          </p:cNvPr>
          <p:cNvSpPr txBox="1"/>
          <p:nvPr/>
        </p:nvSpPr>
        <p:spPr>
          <a:xfrm>
            <a:off x="3925824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8C63391-0950-5962-AED8-9FF611E72BFF}"/>
              </a:ext>
            </a:extLst>
          </p:cNvPr>
          <p:cNvSpPr txBox="1"/>
          <p:nvPr/>
        </p:nvSpPr>
        <p:spPr>
          <a:xfrm>
            <a:off x="4291584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키 / 값 검색</a:t>
            </a:r>
            <a:endParaRPr lang="ko-KR" altLang="en-US" sz="12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D06DFD1D-D663-1598-A290-D92430823015}"/>
              </a:ext>
            </a:extLst>
          </p:cNvPr>
          <p:cNvSpPr txBox="1"/>
          <p:nvPr/>
        </p:nvSpPr>
        <p:spPr>
          <a:xfrm>
            <a:off x="3925824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KEY 이름이나 값 일부를 입력하면 해당 줄만 표시</a:t>
            </a:r>
            <a:endParaRPr lang="ko-KR" altLang="en-US" sz="1100" dirty="0"/>
          </a:p>
        </p:txBody>
      </p:sp>
      <p:sp>
        <p:nvSpPr>
          <p:cNvPr id="25" name="MarkCard">
            <a:extLst>
              <a:ext uri="{FF2B5EF4-FFF2-40B4-BE49-F238E27FC236}">
                <a16:creationId xmlns:a16="http://schemas.microsoft.com/office/drawing/2014/main" id="{3EB8EE07-B0E8-4013-66FD-C699CC03333C}"/>
              </a:ext>
            </a:extLst>
          </p:cNvPr>
          <p:cNvSpPr/>
          <p:nvPr/>
        </p:nvSpPr>
        <p:spPr>
          <a:xfrm>
            <a:off x="7092696" y="4788956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Num3">
            <a:extLst>
              <a:ext uri="{FF2B5EF4-FFF2-40B4-BE49-F238E27FC236}">
                <a16:creationId xmlns:a16="http://schemas.microsoft.com/office/drawing/2014/main" id="{92C773A5-12C0-AE6C-8E8C-213D21B18ED7}"/>
              </a:ext>
            </a:extLst>
          </p:cNvPr>
          <p:cNvSpPr/>
          <p:nvPr/>
        </p:nvSpPr>
        <p:spPr>
          <a:xfrm>
            <a:off x="7229856" y="4926116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DD07E12-59BD-8F72-14FA-78F6B50ABC69}"/>
              </a:ext>
            </a:extLst>
          </p:cNvPr>
          <p:cNvSpPr txBox="1"/>
          <p:nvPr/>
        </p:nvSpPr>
        <p:spPr>
          <a:xfrm>
            <a:off x="7229856" y="49261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668DA1CD-0A0B-A7B4-81B8-DA3FDB962EF5}"/>
              </a:ext>
            </a:extLst>
          </p:cNvPr>
          <p:cNvSpPr txBox="1"/>
          <p:nvPr/>
        </p:nvSpPr>
        <p:spPr>
          <a:xfrm>
            <a:off x="7595616" y="4907828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변수 탭과 차이</a:t>
            </a:r>
            <a:endParaRPr lang="ko-KR" altLang="en-US" sz="125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F47207AA-7E03-C8D6-CB80-408DC284B98D}"/>
              </a:ext>
            </a:extLst>
          </p:cNvPr>
          <p:cNvSpPr txBox="1"/>
          <p:nvPr/>
        </p:nvSpPr>
        <p:spPr>
          <a:xfrm>
            <a:off x="7229856" y="5291876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변수 = 지금 단계까지의 값, 최종 OUTPUT = 끝까지 실행한 값</a:t>
            </a:r>
            <a:endParaRPr lang="ko-KR" altLang="en-US" sz="1100" dirty="0"/>
          </a:p>
        </p:txBody>
      </p:sp>
      <p:sp>
        <p:nvSpPr>
          <p:cNvPr id="30" name="KeyBar">
            <a:extLst>
              <a:ext uri="{FF2B5EF4-FFF2-40B4-BE49-F238E27FC236}">
                <a16:creationId xmlns:a16="http://schemas.microsoft.com/office/drawing/2014/main" id="{6B983404-FBD5-C817-2E5C-FB26F7AACF06}"/>
              </a:ext>
            </a:extLst>
          </p:cNvPr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ECD823D4-A192-B2A6-55C5-73E06106B9BC}"/>
              </a:ext>
            </a:extLst>
          </p:cNvPr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"결과값이 왜 이렇게 나왔지?" → 최종 OUTPUT 에서 값 확인 → 변수 탭에서 언제 바뀌었는지 추적</a:t>
            </a:r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238294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77D7-FA81-B282-0CC8-A30700E0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CFEB8E1E-9824-918C-EFFE-5BFF63E7594A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CD12A17A-BCEC-DF3A-0B4E-D17AD92C6D81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. 주요 기능 — 최종 영업사양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508C583E-C980-9D13-0B46-5B35BB93F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37CD447A-D2B4-BEF4-D489-B920D3D7B117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CA7441B0-C025-F7F3-83D1-909D27F42FAB}"/>
              </a:ext>
            </a:extLst>
          </p:cNvPr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입력한 공사번호의 영업사양 값을 봅니다. 조건이 왜 안 맞았는지 확인할 때 씁니다.</a:t>
            </a:r>
            <a:endParaRPr lang="ko-KR" altLang="en-US" sz="1250" dirty="0"/>
          </a:p>
        </p:txBody>
      </p:sp>
      <p:pic>
        <p:nvPicPr>
          <p:cNvPr id="7" name="Screenshot" descr="화면 캡처">
            <a:extLst>
              <a:ext uri="{FF2B5EF4-FFF2-40B4-BE49-F238E27FC236}">
                <a16:creationId xmlns:a16="http://schemas.microsoft.com/office/drawing/2014/main" id="{509F4137-806A-37F0-6768-97B47B36B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63040"/>
            <a:ext cx="9729216" cy="3189668"/>
          </a:xfrm>
          <a:prstGeom prst="rect">
            <a:avLst/>
          </a:prstGeom>
        </p:spPr>
      </p:pic>
      <p:sp>
        <p:nvSpPr>
          <p:cNvPr id="8" name="ScreenshotFrame">
            <a:extLst>
              <a:ext uri="{FF2B5EF4-FFF2-40B4-BE49-F238E27FC236}">
                <a16:creationId xmlns:a16="http://schemas.microsoft.com/office/drawing/2014/main" id="{C4961045-8631-BFE0-80F7-BD4851FCAEE6}"/>
              </a:ext>
            </a:extLst>
          </p:cNvPr>
          <p:cNvSpPr/>
          <p:nvPr/>
        </p:nvSpPr>
        <p:spPr>
          <a:xfrm>
            <a:off x="484632" y="1463040"/>
            <a:ext cx="9729216" cy="3189668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um1">
            <a:extLst>
              <a:ext uri="{FF2B5EF4-FFF2-40B4-BE49-F238E27FC236}">
                <a16:creationId xmlns:a16="http://schemas.microsoft.com/office/drawing/2014/main" id="{08DD9A61-0829-EEA6-E536-556269D08EBE}"/>
              </a:ext>
            </a:extLst>
          </p:cNvPr>
          <p:cNvSpPr/>
          <p:nvPr/>
        </p:nvSpPr>
        <p:spPr>
          <a:xfrm>
            <a:off x="3770175" y="1704562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BDD5D79-055B-9BE2-0612-2D2BF965B400}"/>
              </a:ext>
            </a:extLst>
          </p:cNvPr>
          <p:cNvSpPr txBox="1"/>
          <p:nvPr/>
        </p:nvSpPr>
        <p:spPr>
          <a:xfrm>
            <a:off x="3770175" y="17045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>
            <a:extLst>
              <a:ext uri="{FF2B5EF4-FFF2-40B4-BE49-F238E27FC236}">
                <a16:creationId xmlns:a16="http://schemas.microsoft.com/office/drawing/2014/main" id="{205DC157-F0B1-3D77-3D04-01AF4D237707}"/>
              </a:ext>
            </a:extLst>
          </p:cNvPr>
          <p:cNvSpPr/>
          <p:nvPr/>
        </p:nvSpPr>
        <p:spPr>
          <a:xfrm>
            <a:off x="4134293" y="2192479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1E310EE-D1FC-F53C-5CB1-2ADFD0195C97}"/>
              </a:ext>
            </a:extLst>
          </p:cNvPr>
          <p:cNvSpPr txBox="1"/>
          <p:nvPr/>
        </p:nvSpPr>
        <p:spPr>
          <a:xfrm>
            <a:off x="4134293" y="21924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>
            <a:extLst>
              <a:ext uri="{FF2B5EF4-FFF2-40B4-BE49-F238E27FC236}">
                <a16:creationId xmlns:a16="http://schemas.microsoft.com/office/drawing/2014/main" id="{25110715-2569-269C-A390-6D941ED75727}"/>
              </a:ext>
            </a:extLst>
          </p:cNvPr>
          <p:cNvSpPr/>
          <p:nvPr/>
        </p:nvSpPr>
        <p:spPr>
          <a:xfrm>
            <a:off x="4134293" y="2556597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2859C333-727D-2BF1-74C2-F72A612BDD4F}"/>
              </a:ext>
            </a:extLst>
          </p:cNvPr>
          <p:cNvSpPr txBox="1"/>
          <p:nvPr/>
        </p:nvSpPr>
        <p:spPr>
          <a:xfrm>
            <a:off x="4134293" y="255659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MarkCard">
            <a:extLst>
              <a:ext uri="{FF2B5EF4-FFF2-40B4-BE49-F238E27FC236}">
                <a16:creationId xmlns:a16="http://schemas.microsoft.com/office/drawing/2014/main" id="{E767CBA6-4AE9-33DC-E548-B587AD7E8481}"/>
              </a:ext>
            </a:extLst>
          </p:cNvPr>
          <p:cNvSpPr/>
          <p:nvPr/>
        </p:nvSpPr>
        <p:spPr>
          <a:xfrm>
            <a:off x="484632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Num1">
            <a:extLst>
              <a:ext uri="{FF2B5EF4-FFF2-40B4-BE49-F238E27FC236}">
                <a16:creationId xmlns:a16="http://schemas.microsoft.com/office/drawing/2014/main" id="{9C8156D3-9FE2-803F-53E4-1C8D2BE401A6}"/>
              </a:ext>
            </a:extLst>
          </p:cNvPr>
          <p:cNvSpPr/>
          <p:nvPr/>
        </p:nvSpPr>
        <p:spPr>
          <a:xfrm>
            <a:off x="621792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833D2BF-974C-F070-CEAF-D34C28CE6100}"/>
              </a:ext>
            </a:extLst>
          </p:cNvPr>
          <p:cNvSpPr txBox="1"/>
          <p:nvPr/>
        </p:nvSpPr>
        <p:spPr>
          <a:xfrm>
            <a:off x="621792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9B83D97-0A8A-7E40-2D81-F4549B3518A7}"/>
              </a:ext>
            </a:extLst>
          </p:cNvPr>
          <p:cNvSpPr txBox="1"/>
          <p:nvPr/>
        </p:nvSpPr>
        <p:spPr>
          <a:xfrm>
            <a:off x="987552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최종 영업사양 탭</a:t>
            </a:r>
            <a:endParaRPr lang="ko-KR" altLang="en-US" sz="125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91CD3BA9-5C06-9D69-B6E4-5C1FA399BA73}"/>
              </a:ext>
            </a:extLst>
          </p:cNvPr>
          <p:cNvSpPr txBox="1"/>
          <p:nvPr/>
        </p:nvSpPr>
        <p:spPr>
          <a:xfrm>
            <a:off x="621792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공사번호의 영업사양(특성코드 = 값) 전체. PID 실행 후 기준 (예: 1113건)</a:t>
            </a:r>
            <a:endParaRPr lang="ko-KR" altLang="en-US" sz="1100" dirty="0"/>
          </a:p>
        </p:txBody>
      </p:sp>
      <p:sp>
        <p:nvSpPr>
          <p:cNvPr id="20" name="MarkCard">
            <a:extLst>
              <a:ext uri="{FF2B5EF4-FFF2-40B4-BE49-F238E27FC236}">
                <a16:creationId xmlns:a16="http://schemas.microsoft.com/office/drawing/2014/main" id="{11D1BF07-19F5-E2B9-9107-D0A4EE6E252F}"/>
              </a:ext>
            </a:extLst>
          </p:cNvPr>
          <p:cNvSpPr/>
          <p:nvPr/>
        </p:nvSpPr>
        <p:spPr>
          <a:xfrm>
            <a:off x="3788664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Num2">
            <a:extLst>
              <a:ext uri="{FF2B5EF4-FFF2-40B4-BE49-F238E27FC236}">
                <a16:creationId xmlns:a16="http://schemas.microsoft.com/office/drawing/2014/main" id="{72A735D0-8953-914C-4AC4-0489F63BC14E}"/>
              </a:ext>
            </a:extLst>
          </p:cNvPr>
          <p:cNvSpPr/>
          <p:nvPr/>
        </p:nvSpPr>
        <p:spPr>
          <a:xfrm>
            <a:off x="3925824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0316E66-AC0C-C0FC-7CB3-DD039BB1BA2C}"/>
              </a:ext>
            </a:extLst>
          </p:cNvPr>
          <p:cNvSpPr txBox="1"/>
          <p:nvPr/>
        </p:nvSpPr>
        <p:spPr>
          <a:xfrm>
            <a:off x="3925824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8713F7C-6748-78F5-255B-E427B97BF836}"/>
              </a:ext>
            </a:extLst>
          </p:cNvPr>
          <p:cNvSpPr txBox="1"/>
          <p:nvPr/>
        </p:nvSpPr>
        <p:spPr>
          <a:xfrm>
            <a:off x="4291584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(빈 값)</a:t>
            </a:r>
            <a:endParaRPr lang="ko-KR" altLang="en-US" sz="125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0BC1E1B7-0F33-C4DC-0A38-7AD31FBC493F}"/>
              </a:ext>
            </a:extLst>
          </p:cNvPr>
          <p:cNvSpPr txBox="1"/>
          <p:nvPr/>
        </p:nvSpPr>
        <p:spPr>
          <a:xfrm>
            <a:off x="3925824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해당 특성코드에 값이 없는 경우. 조건 불일치 원인을 찾을 때 확인</a:t>
            </a:r>
            <a:endParaRPr lang="ko-KR" altLang="en-US" sz="1100" dirty="0"/>
          </a:p>
        </p:txBody>
      </p:sp>
      <p:sp>
        <p:nvSpPr>
          <p:cNvPr id="25" name="MarkCard">
            <a:extLst>
              <a:ext uri="{FF2B5EF4-FFF2-40B4-BE49-F238E27FC236}">
                <a16:creationId xmlns:a16="http://schemas.microsoft.com/office/drawing/2014/main" id="{28A842D7-4AA3-4253-93C8-E61058F5265E}"/>
              </a:ext>
            </a:extLst>
          </p:cNvPr>
          <p:cNvSpPr/>
          <p:nvPr/>
        </p:nvSpPr>
        <p:spPr>
          <a:xfrm>
            <a:off x="7092696" y="4881308"/>
            <a:ext cx="3121152" cy="114300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Num3">
            <a:extLst>
              <a:ext uri="{FF2B5EF4-FFF2-40B4-BE49-F238E27FC236}">
                <a16:creationId xmlns:a16="http://schemas.microsoft.com/office/drawing/2014/main" id="{7913D700-E29B-EAF8-D0A3-7AA2AC8E451A}"/>
              </a:ext>
            </a:extLst>
          </p:cNvPr>
          <p:cNvSpPr/>
          <p:nvPr/>
        </p:nvSpPr>
        <p:spPr>
          <a:xfrm>
            <a:off x="7229856" y="5018468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F529D366-539B-5C02-368B-E0A0E21EF70C}"/>
              </a:ext>
            </a:extLst>
          </p:cNvPr>
          <p:cNvSpPr txBox="1"/>
          <p:nvPr/>
        </p:nvSpPr>
        <p:spPr>
          <a:xfrm>
            <a:off x="7229856" y="5018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8FD70AF-FB7D-928E-A91F-3243A90B950A}"/>
              </a:ext>
            </a:extLst>
          </p:cNvPr>
          <p:cNvSpPr txBox="1"/>
          <p:nvPr/>
        </p:nvSpPr>
        <p:spPr>
          <a:xfrm>
            <a:off x="7595616" y="5000180"/>
            <a:ext cx="2526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값 확인 · 검색</a:t>
            </a:r>
            <a:endParaRPr lang="ko-KR" altLang="en-US" sz="125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EA0C6947-152D-ED15-0866-213D127EB1EA}"/>
              </a:ext>
            </a:extLst>
          </p:cNvPr>
          <p:cNvSpPr txBox="1"/>
          <p:nvPr/>
        </p:nvSpPr>
        <p:spPr>
          <a:xfrm>
            <a:off x="7229856" y="5384228"/>
            <a:ext cx="28468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탭 위쪽 검색창에서 특성코드나 값으로 찾기</a:t>
            </a:r>
            <a:endParaRPr lang="ko-KR" altLang="en-US" sz="1100" dirty="0"/>
          </a:p>
        </p:txBody>
      </p:sp>
      <p:sp>
        <p:nvSpPr>
          <p:cNvPr id="30" name="KeyBar">
            <a:extLst>
              <a:ext uri="{FF2B5EF4-FFF2-40B4-BE49-F238E27FC236}">
                <a16:creationId xmlns:a16="http://schemas.microsoft.com/office/drawing/2014/main" id="{8F0F7507-3014-76D7-5A7E-74F9B07EDC5E}"/>
              </a:ext>
            </a:extLst>
          </p:cNvPr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2C6C6B0A-956C-87F7-78FF-6135EBD6FAA4}"/>
              </a:ext>
            </a:extLst>
          </p:cNvPr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조건 값에 </a:t>
            </a:r>
            <a:r>
              <a:rPr lang="en-US" altLang="ko-KR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`</a:t>
            </a: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빈 값</a:t>
            </a:r>
            <a:r>
              <a:rPr lang="en-US" altLang="ko-KR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`</a:t>
            </a: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 이 보이면, 여기서 해당 특성코드의 값이 정말 비어 있는지 확인</a:t>
            </a:r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2770598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7941-1DD9-C697-33DC-92119A6E6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FBA4D7A3-79DD-CA1D-AD5B-A36A9E5B368E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CF44442E-5345-0D07-7FF1-3D0A55837443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. 주요 기능 — 하위 PID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831F9B62-D31E-7EF8-8A22-814D78FC9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0F365D02-AE5B-0474-8E04-C5060690587A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9602B884-6F57-C320-7D63-9EEDF088D5FA}"/>
              </a:ext>
            </a:extLst>
          </p:cNvPr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이 로직에서 CALL 한 하위 PID 전체를 보여줍니다. 호출 횟수와 깊이를 추적할 수 있습니다.</a:t>
            </a:r>
            <a:endParaRPr lang="ko-KR" altLang="en-US" sz="1250" dirty="0"/>
          </a:p>
        </p:txBody>
      </p:sp>
      <p:pic>
        <p:nvPicPr>
          <p:cNvPr id="7" name="Screenshot" descr="화면 캡처">
            <a:extLst>
              <a:ext uri="{FF2B5EF4-FFF2-40B4-BE49-F238E27FC236}">
                <a16:creationId xmlns:a16="http://schemas.microsoft.com/office/drawing/2014/main" id="{5A5BC51E-4890-F3EA-040A-71F57F99F8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463040"/>
            <a:ext cx="9729216" cy="3398313"/>
          </a:xfrm>
          <a:prstGeom prst="rect">
            <a:avLst/>
          </a:prstGeom>
        </p:spPr>
      </p:pic>
      <p:sp>
        <p:nvSpPr>
          <p:cNvPr id="8" name="ScreenshotFrame">
            <a:extLst>
              <a:ext uri="{FF2B5EF4-FFF2-40B4-BE49-F238E27FC236}">
                <a16:creationId xmlns:a16="http://schemas.microsoft.com/office/drawing/2014/main" id="{6C922E46-9E72-5227-C4DF-1A97B068B5B0}"/>
              </a:ext>
            </a:extLst>
          </p:cNvPr>
          <p:cNvSpPr/>
          <p:nvPr/>
        </p:nvSpPr>
        <p:spPr>
          <a:xfrm>
            <a:off x="484632" y="1463040"/>
            <a:ext cx="9729216" cy="3398313"/>
          </a:xfrm>
          <a:prstGeom prst="rect">
            <a:avLst/>
          </a:prstGeom>
          <a:ln w="9525">
            <a:solidFill>
              <a:srgbClr val="D3D9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Num1">
            <a:extLst>
              <a:ext uri="{FF2B5EF4-FFF2-40B4-BE49-F238E27FC236}">
                <a16:creationId xmlns:a16="http://schemas.microsoft.com/office/drawing/2014/main" id="{99BEFD34-59A7-D4F8-1FA1-0BB7E5E7F130}"/>
              </a:ext>
            </a:extLst>
          </p:cNvPr>
          <p:cNvSpPr/>
          <p:nvPr/>
        </p:nvSpPr>
        <p:spPr>
          <a:xfrm>
            <a:off x="1293469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2FFD5B7A-A355-A841-3E0E-986C9F4ACC38}"/>
              </a:ext>
            </a:extLst>
          </p:cNvPr>
          <p:cNvSpPr txBox="1"/>
          <p:nvPr/>
        </p:nvSpPr>
        <p:spPr>
          <a:xfrm>
            <a:off x="1293469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11" name="Num2">
            <a:extLst>
              <a:ext uri="{FF2B5EF4-FFF2-40B4-BE49-F238E27FC236}">
                <a16:creationId xmlns:a16="http://schemas.microsoft.com/office/drawing/2014/main" id="{69FE45C0-56F2-280F-E22A-C5EDB46070F7}"/>
              </a:ext>
            </a:extLst>
          </p:cNvPr>
          <p:cNvSpPr/>
          <p:nvPr/>
        </p:nvSpPr>
        <p:spPr>
          <a:xfrm>
            <a:off x="5004688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97781BA-1E72-6809-A096-E40EA6AECB4B}"/>
              </a:ext>
            </a:extLst>
          </p:cNvPr>
          <p:cNvSpPr txBox="1"/>
          <p:nvPr/>
        </p:nvSpPr>
        <p:spPr>
          <a:xfrm>
            <a:off x="5004688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13" name="Num3">
            <a:extLst>
              <a:ext uri="{FF2B5EF4-FFF2-40B4-BE49-F238E27FC236}">
                <a16:creationId xmlns:a16="http://schemas.microsoft.com/office/drawing/2014/main" id="{0C84AE03-910A-7007-B3EA-99778F2FE904}"/>
              </a:ext>
            </a:extLst>
          </p:cNvPr>
          <p:cNvSpPr/>
          <p:nvPr/>
        </p:nvSpPr>
        <p:spPr>
          <a:xfrm>
            <a:off x="7042220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A75A649-2287-06C2-5047-BE009868CEB5}"/>
              </a:ext>
            </a:extLst>
          </p:cNvPr>
          <p:cNvSpPr txBox="1"/>
          <p:nvPr/>
        </p:nvSpPr>
        <p:spPr>
          <a:xfrm>
            <a:off x="7042220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15" name="Num4">
            <a:extLst>
              <a:ext uri="{FF2B5EF4-FFF2-40B4-BE49-F238E27FC236}">
                <a16:creationId xmlns:a16="http://schemas.microsoft.com/office/drawing/2014/main" id="{2D6FEF98-FCCA-1494-BDAE-04909FA20BBE}"/>
              </a:ext>
            </a:extLst>
          </p:cNvPr>
          <p:cNvSpPr/>
          <p:nvPr/>
        </p:nvSpPr>
        <p:spPr>
          <a:xfrm>
            <a:off x="9043368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AC28E10C-0A1A-7A21-438D-467B8BE73788}"/>
              </a:ext>
            </a:extLst>
          </p:cNvPr>
          <p:cNvSpPr txBox="1"/>
          <p:nvPr/>
        </p:nvSpPr>
        <p:spPr>
          <a:xfrm>
            <a:off x="9043368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17" name="Num5">
            <a:extLst>
              <a:ext uri="{FF2B5EF4-FFF2-40B4-BE49-F238E27FC236}">
                <a16:creationId xmlns:a16="http://schemas.microsoft.com/office/drawing/2014/main" id="{20AB0FF0-A926-90E3-2EE9-313F2BADA102}"/>
              </a:ext>
            </a:extLst>
          </p:cNvPr>
          <p:cNvSpPr/>
          <p:nvPr/>
        </p:nvSpPr>
        <p:spPr>
          <a:xfrm>
            <a:off x="9843827" y="235192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2DB6C3E-F59F-0663-D3E2-89311F6FA58F}"/>
              </a:ext>
            </a:extLst>
          </p:cNvPr>
          <p:cNvSpPr txBox="1"/>
          <p:nvPr/>
        </p:nvSpPr>
        <p:spPr>
          <a:xfrm>
            <a:off x="9843827" y="23519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19" name="MarkCard">
            <a:extLst>
              <a:ext uri="{FF2B5EF4-FFF2-40B4-BE49-F238E27FC236}">
                <a16:creationId xmlns:a16="http://schemas.microsoft.com/office/drawing/2014/main" id="{8A3BDE6B-0875-9FA8-458A-D6D9B3D164AB}"/>
              </a:ext>
            </a:extLst>
          </p:cNvPr>
          <p:cNvSpPr/>
          <p:nvPr/>
        </p:nvSpPr>
        <p:spPr>
          <a:xfrm>
            <a:off x="484632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Num1">
            <a:extLst>
              <a:ext uri="{FF2B5EF4-FFF2-40B4-BE49-F238E27FC236}">
                <a16:creationId xmlns:a16="http://schemas.microsoft.com/office/drawing/2014/main" id="{111E33A4-75DA-FDB1-8CAB-8AD778DFADCC}"/>
              </a:ext>
            </a:extLst>
          </p:cNvPr>
          <p:cNvSpPr/>
          <p:nvPr/>
        </p:nvSpPr>
        <p:spPr>
          <a:xfrm>
            <a:off x="621792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4AC1646-FBB3-75CF-8FD1-CA743132576D}"/>
              </a:ext>
            </a:extLst>
          </p:cNvPr>
          <p:cNvSpPr txBox="1"/>
          <p:nvPr/>
        </p:nvSpPr>
        <p:spPr>
          <a:xfrm>
            <a:off x="621792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1</a:t>
            </a:r>
            <a:endParaRPr lang="ko-KR" altLang="en-US" sz="11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4C6AC67D-4F96-B369-A97B-EB7CCF26683C}"/>
              </a:ext>
            </a:extLst>
          </p:cNvPr>
          <p:cNvSpPr txBox="1"/>
          <p:nvPr/>
        </p:nvSpPr>
        <p:spPr>
          <a:xfrm>
            <a:off x="987552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하위 PID</a:t>
            </a:r>
            <a:endParaRPr lang="ko-KR" altLang="en-US" sz="125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FF9F5F5-59F3-130C-D885-9DE8225594C1}"/>
              </a:ext>
            </a:extLst>
          </p:cNvPr>
          <p:cNvSpPr txBox="1"/>
          <p:nvPr/>
        </p:nvSpPr>
        <p:spPr>
          <a:xfrm>
            <a:off x="621792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↳ 가 많을수록 깊이 호출된 PID</a:t>
            </a:r>
            <a:endParaRPr lang="ko-KR" altLang="en-US" sz="1100" dirty="0"/>
          </a:p>
        </p:txBody>
      </p:sp>
      <p:sp>
        <p:nvSpPr>
          <p:cNvPr id="24" name="MarkCard">
            <a:extLst>
              <a:ext uri="{FF2B5EF4-FFF2-40B4-BE49-F238E27FC236}">
                <a16:creationId xmlns:a16="http://schemas.microsoft.com/office/drawing/2014/main" id="{E400EB37-6021-31D1-1C85-4262D29266BB}"/>
              </a:ext>
            </a:extLst>
          </p:cNvPr>
          <p:cNvSpPr/>
          <p:nvPr/>
        </p:nvSpPr>
        <p:spPr>
          <a:xfrm>
            <a:off x="2467051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Num2">
            <a:extLst>
              <a:ext uri="{FF2B5EF4-FFF2-40B4-BE49-F238E27FC236}">
                <a16:creationId xmlns:a16="http://schemas.microsoft.com/office/drawing/2014/main" id="{DCFA7F42-6F9C-375E-FB6C-80DC0E763051}"/>
              </a:ext>
            </a:extLst>
          </p:cNvPr>
          <p:cNvSpPr/>
          <p:nvPr/>
        </p:nvSpPr>
        <p:spPr>
          <a:xfrm>
            <a:off x="2604211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2B4C4D0-B794-2E99-C539-98945EBB43F2}"/>
              </a:ext>
            </a:extLst>
          </p:cNvPr>
          <p:cNvSpPr txBox="1"/>
          <p:nvPr/>
        </p:nvSpPr>
        <p:spPr>
          <a:xfrm>
            <a:off x="2604211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2</a:t>
            </a:r>
            <a:endParaRPr lang="ko-KR" altLang="en-US" sz="110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3ADD33B0-0F85-D4C3-2DB4-0946EF1CB60C}"/>
              </a:ext>
            </a:extLst>
          </p:cNvPr>
          <p:cNvSpPr txBox="1"/>
          <p:nvPr/>
        </p:nvSpPr>
        <p:spPr>
          <a:xfrm>
            <a:off x="2969971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이름</a:t>
            </a:r>
            <a:endParaRPr lang="ko-KR" altLang="en-US" sz="125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2F6C9D80-76D5-00C4-A030-9201CA84A1D4}"/>
              </a:ext>
            </a:extLst>
          </p:cNvPr>
          <p:cNvSpPr txBox="1"/>
          <p:nvPr/>
        </p:nvSpPr>
        <p:spPr>
          <a:xfrm>
            <a:off x="2604211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PID 설명</a:t>
            </a:r>
            <a:endParaRPr lang="ko-KR" altLang="en-US" sz="1100" dirty="0"/>
          </a:p>
        </p:txBody>
      </p:sp>
      <p:sp>
        <p:nvSpPr>
          <p:cNvPr id="29" name="MarkCard">
            <a:extLst>
              <a:ext uri="{FF2B5EF4-FFF2-40B4-BE49-F238E27FC236}">
                <a16:creationId xmlns:a16="http://schemas.microsoft.com/office/drawing/2014/main" id="{026F8C34-344B-BFA0-C304-379C14A03CAF}"/>
              </a:ext>
            </a:extLst>
          </p:cNvPr>
          <p:cNvSpPr/>
          <p:nvPr/>
        </p:nvSpPr>
        <p:spPr>
          <a:xfrm>
            <a:off x="4449470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Num3">
            <a:extLst>
              <a:ext uri="{FF2B5EF4-FFF2-40B4-BE49-F238E27FC236}">
                <a16:creationId xmlns:a16="http://schemas.microsoft.com/office/drawing/2014/main" id="{88D52E77-9B23-F79C-95FD-FEF799276538}"/>
              </a:ext>
            </a:extLst>
          </p:cNvPr>
          <p:cNvSpPr/>
          <p:nvPr/>
        </p:nvSpPr>
        <p:spPr>
          <a:xfrm>
            <a:off x="4586630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003510D4-C6AA-BDC5-1819-AF805F4FF77D}"/>
              </a:ext>
            </a:extLst>
          </p:cNvPr>
          <p:cNvSpPr txBox="1"/>
          <p:nvPr/>
        </p:nvSpPr>
        <p:spPr>
          <a:xfrm>
            <a:off x="4586630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3</a:t>
            </a:r>
            <a:endParaRPr lang="ko-KR" altLang="en-US" sz="11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E63B5BE-FCFF-B62A-6F69-4B3066E69C1A}"/>
              </a:ext>
            </a:extLst>
          </p:cNvPr>
          <p:cNvSpPr txBox="1"/>
          <p:nvPr/>
        </p:nvSpPr>
        <p:spPr>
          <a:xfrm>
            <a:off x="4952390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실행 버전</a:t>
            </a:r>
            <a:endParaRPr lang="ko-KR" altLang="en-US" sz="125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B01B26A4-3B5C-B240-EEEE-484E9B63DA08}"/>
              </a:ext>
            </a:extLst>
          </p:cNvPr>
          <p:cNvSpPr txBox="1"/>
          <p:nvPr/>
        </p:nvSpPr>
        <p:spPr>
          <a:xfrm>
            <a:off x="4586630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하위 PID 는 항상 최신 버전으로 실행</a:t>
            </a:r>
            <a:endParaRPr lang="ko-KR" altLang="en-US" sz="1100" dirty="0"/>
          </a:p>
        </p:txBody>
      </p:sp>
      <p:sp>
        <p:nvSpPr>
          <p:cNvPr id="34" name="MarkCard">
            <a:extLst>
              <a:ext uri="{FF2B5EF4-FFF2-40B4-BE49-F238E27FC236}">
                <a16:creationId xmlns:a16="http://schemas.microsoft.com/office/drawing/2014/main" id="{8DBF453E-CEB5-0932-F14E-64810E7EB09A}"/>
              </a:ext>
            </a:extLst>
          </p:cNvPr>
          <p:cNvSpPr/>
          <p:nvPr/>
        </p:nvSpPr>
        <p:spPr>
          <a:xfrm>
            <a:off x="6431890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Num4">
            <a:extLst>
              <a:ext uri="{FF2B5EF4-FFF2-40B4-BE49-F238E27FC236}">
                <a16:creationId xmlns:a16="http://schemas.microsoft.com/office/drawing/2014/main" id="{392D5487-DF2E-CE77-B534-007BD54D0C3C}"/>
              </a:ext>
            </a:extLst>
          </p:cNvPr>
          <p:cNvSpPr/>
          <p:nvPr/>
        </p:nvSpPr>
        <p:spPr>
          <a:xfrm>
            <a:off x="6569050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4EFD93EA-C9A9-A6E4-E63C-2A4B52005066}"/>
              </a:ext>
            </a:extLst>
          </p:cNvPr>
          <p:cNvSpPr txBox="1"/>
          <p:nvPr/>
        </p:nvSpPr>
        <p:spPr>
          <a:xfrm>
            <a:off x="6569050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endParaRPr lang="ko-KR" altLang="en-US" sz="11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07F1E3F8-7137-0087-137F-76ED1E466241}"/>
              </a:ext>
            </a:extLst>
          </p:cNvPr>
          <p:cNvSpPr txBox="1"/>
          <p:nvPr/>
        </p:nvSpPr>
        <p:spPr>
          <a:xfrm>
            <a:off x="6934810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호출</a:t>
            </a:r>
            <a:endParaRPr lang="ko-KR" altLang="en-US" sz="1250" dirty="0"/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EBFD9F7D-BE56-9FDF-84FF-B9951E141D2B}"/>
              </a:ext>
            </a:extLst>
          </p:cNvPr>
          <p:cNvSpPr txBox="1"/>
          <p:nvPr/>
        </p:nvSpPr>
        <p:spPr>
          <a:xfrm>
            <a:off x="6569050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실행 중 CALL 된 횟수</a:t>
            </a:r>
            <a:endParaRPr lang="ko-KR" altLang="en-US" sz="1100" dirty="0"/>
          </a:p>
        </p:txBody>
      </p:sp>
      <p:sp>
        <p:nvSpPr>
          <p:cNvPr id="39" name="MarkCard">
            <a:extLst>
              <a:ext uri="{FF2B5EF4-FFF2-40B4-BE49-F238E27FC236}">
                <a16:creationId xmlns:a16="http://schemas.microsoft.com/office/drawing/2014/main" id="{5FDC0B16-8110-0721-292A-21E8C5987563}"/>
              </a:ext>
            </a:extLst>
          </p:cNvPr>
          <p:cNvSpPr/>
          <p:nvPr/>
        </p:nvSpPr>
        <p:spPr>
          <a:xfrm>
            <a:off x="8414309" y="5089953"/>
            <a:ext cx="1799539" cy="1051560"/>
          </a:xfrm>
          <a:prstGeom prst="rect">
            <a:avLst/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Num5">
            <a:extLst>
              <a:ext uri="{FF2B5EF4-FFF2-40B4-BE49-F238E27FC236}">
                <a16:creationId xmlns:a16="http://schemas.microsoft.com/office/drawing/2014/main" id="{CE7F1DB7-67B2-D487-7D60-037BB80DC91D}"/>
              </a:ext>
            </a:extLst>
          </p:cNvPr>
          <p:cNvSpPr/>
          <p:nvPr/>
        </p:nvSpPr>
        <p:spPr>
          <a:xfrm>
            <a:off x="8551469" y="5227113"/>
            <a:ext cx="274320" cy="274320"/>
          </a:xfrm>
          <a:prstGeom prst="ellipse">
            <a:avLst/>
          </a:prstGeom>
          <a:solidFill>
            <a:srgbClr val="13702F"/>
          </a:solidFill>
          <a:ln w="158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F24F1B6D-DAB9-0A2D-2251-2B4EA757B40E}"/>
              </a:ext>
            </a:extLst>
          </p:cNvPr>
          <p:cNvSpPr txBox="1"/>
          <p:nvPr/>
        </p:nvSpPr>
        <p:spPr>
          <a:xfrm>
            <a:off x="8551469" y="522711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5</a:t>
            </a:r>
            <a:endParaRPr lang="ko-KR" altLang="en-US" sz="11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270975DC-82CF-F532-DFEF-A1A8BA7A854F}"/>
              </a:ext>
            </a:extLst>
          </p:cNvPr>
          <p:cNvSpPr txBox="1"/>
          <p:nvPr/>
        </p:nvSpPr>
        <p:spPr>
          <a:xfrm>
            <a:off x="8917229" y="5208825"/>
            <a:ext cx="12051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깊이</a:t>
            </a:r>
            <a:endParaRPr lang="ko-KR" altLang="en-US" sz="1250" dirty="0"/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06D01E7E-A6A7-351B-AF2F-23AE78CDD6B7}"/>
              </a:ext>
            </a:extLst>
          </p:cNvPr>
          <p:cNvSpPr txBox="1"/>
          <p:nvPr/>
        </p:nvSpPr>
        <p:spPr>
          <a:xfrm>
            <a:off x="8551469" y="5592873"/>
            <a:ext cx="152521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호출 단계. 실패하면 오른쪽에 오류 표시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266218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4CED-6B11-3D26-B0A0-4D3D850A5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>
            <a:extLst>
              <a:ext uri="{FF2B5EF4-FFF2-40B4-BE49-F238E27FC236}">
                <a16:creationId xmlns:a16="http://schemas.microsoft.com/office/drawing/2014/main" id="{F8AA9F90-FFD6-E519-E90E-D5BC54282559}"/>
              </a:ext>
            </a:extLst>
          </p:cNvPr>
          <p:cNvSpPr/>
          <p:nvPr/>
        </p:nvSpPr>
        <p:spPr>
          <a:xfrm>
            <a:off x="484632" y="384048"/>
            <a:ext cx="9729216" cy="411480"/>
          </a:xfrm>
          <a:prstGeom prst="rect">
            <a:avLst/>
          </a:prstGeom>
          <a:solidFill>
            <a:srgbClr val="22934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lideTitle">
            <a:extLst>
              <a:ext uri="{FF2B5EF4-FFF2-40B4-BE49-F238E27FC236}">
                <a16:creationId xmlns:a16="http://schemas.microsoft.com/office/drawing/2014/main" id="{F9556858-1437-1EFA-ADF2-A2619524AEEA}"/>
              </a:ext>
            </a:extLst>
          </p:cNvPr>
          <p:cNvSpPr txBox="1"/>
          <p:nvPr/>
        </p:nvSpPr>
        <p:spPr>
          <a:xfrm>
            <a:off x="603504" y="429768"/>
            <a:ext cx="7900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4</a:t>
            </a:r>
            <a:r>
              <a:rPr lang="ko-KR" altLang="en-US" sz="1500" dirty="0">
                <a:solidFill>
                  <a:srgbClr val="FFFFF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. 참고 — 단축키</a:t>
            </a:r>
            <a:endParaRPr lang="ko-KR" altLang="en-US" sz="1500" dirty="0"/>
          </a:p>
        </p:txBody>
      </p:sp>
      <p:pic>
        <p:nvPicPr>
          <p:cNvPr id="4" name="HyundaiLogo" descr="HYUNDAI">
            <a:extLst>
              <a:ext uri="{FF2B5EF4-FFF2-40B4-BE49-F238E27FC236}">
                <a16:creationId xmlns:a16="http://schemas.microsoft.com/office/drawing/2014/main" id="{1CE96507-FADA-7250-BFCE-63E6D48AF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688" y="493776"/>
            <a:ext cx="1088136" cy="155448"/>
          </a:xfrm>
          <a:prstGeom prst="rect">
            <a:avLst/>
          </a:prstGeom>
        </p:spPr>
      </p:pic>
      <p:sp>
        <p:nvSpPr>
          <p:cNvPr id="5" name="BottomLine">
            <a:extLst>
              <a:ext uri="{FF2B5EF4-FFF2-40B4-BE49-F238E27FC236}">
                <a16:creationId xmlns:a16="http://schemas.microsoft.com/office/drawing/2014/main" id="{2B83DE9B-18C8-7FD8-3ECB-C07B7D6E717E}"/>
              </a:ext>
            </a:extLst>
          </p:cNvPr>
          <p:cNvSpPr/>
          <p:nvPr/>
        </p:nvSpPr>
        <p:spPr>
          <a:xfrm>
            <a:off x="475488" y="7370064"/>
            <a:ext cx="9729216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11FD5CFB-3404-51D3-7623-7BCAE99D6552}"/>
              </a:ext>
            </a:extLst>
          </p:cNvPr>
          <p:cNvSpPr txBox="1"/>
          <p:nvPr/>
        </p:nvSpPr>
        <p:spPr>
          <a:xfrm>
            <a:off x="484632" y="914400"/>
            <a:ext cx="97292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dirty="0">
                <a:solidFill>
                  <a:srgbClr val="222222"/>
                </a:solidFill>
                <a:latin typeface="네오현대 B" pitchFamily="34" charset="0"/>
                <a:ea typeface="네오현대 B" pitchFamily="34" charset="-127"/>
                <a:cs typeface="네오현대 B" pitchFamily="34" charset="-120"/>
              </a:rPr>
              <a:t>자주 쓰는 동작은 키보드로 할 수 있습니다. 화면의 [단축키] 버튼에도 같은 안내가 있습니다.</a:t>
            </a:r>
            <a:endParaRPr lang="ko-KR" altLang="en-US" sz="1250" dirty="0"/>
          </a:p>
        </p:txBody>
      </p:sp>
      <p:graphicFrame>
        <p:nvGraphicFramePr>
          <p:cNvPr id="19" name="Table 0">
            <a:extLst>
              <a:ext uri="{FF2B5EF4-FFF2-40B4-BE49-F238E27FC236}">
                <a16:creationId xmlns:a16="http://schemas.microsoft.com/office/drawing/2014/main" id="{66394096-298A-F999-3C03-6BC507EE8B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552828"/>
              </p:ext>
            </p:extLst>
          </p:nvPr>
        </p:nvGraphicFramePr>
        <p:xfrm>
          <a:off x="484632" y="1508760"/>
          <a:ext cx="4690872" cy="32004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키 · 동작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기능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Enter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실행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F10 / Shift + F10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다음 / 이전 단계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Z / Ctrl + Y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되돌리기 / 다시 실행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오른쪽 클릭 (편집 표)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추가 · 복제 · 삭제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행 번호 끌기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라인 순서 변경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접기 / 펼치기 버튼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패널 접기 / 펼치기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150125"/>
                  </a:ext>
                </a:extLst>
              </a:tr>
            </a:tbl>
          </a:graphicData>
        </a:graphic>
      </p:graphicFrame>
      <p:graphicFrame>
        <p:nvGraphicFramePr>
          <p:cNvPr id="37" name="Table 1">
            <a:extLst>
              <a:ext uri="{FF2B5EF4-FFF2-40B4-BE49-F238E27FC236}">
                <a16:creationId xmlns:a16="http://schemas.microsoft.com/office/drawing/2014/main" id="{3EFBBA5B-0E59-6741-33FD-E9112D7117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103680"/>
              </p:ext>
            </p:extLst>
          </p:nvPr>
        </p:nvGraphicFramePr>
        <p:xfrm>
          <a:off x="5522976" y="1508760"/>
          <a:ext cx="4690872" cy="2286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키 · 동작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250" dirty="0">
                          <a:solidFill>
                            <a:srgbClr val="FFFFFF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기능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93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휠 (편집 표 위)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편집 표 확대/축소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Ctrl + 휠 · + - 0 (디버그 패널)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결과 표 확대/축소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패널 경계선 더블클릭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패널 크게 ↔ 작게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EB" pitchFamily="34" charset="0"/>
                          <a:ea typeface="네오현대 EB" pitchFamily="34" charset="-127"/>
                          <a:cs typeface="네오현대 EB" pitchFamily="34" charset="-120"/>
                        </a:rPr>
                        <a:t>접기 / 펼치기 버튼</a:t>
                      </a:r>
                      <a:endParaRPr lang="ko-KR" altLang="en-US" sz="1250" dirty="0">
                        <a:latin typeface="네오현대 EB" charset="0"/>
                        <a:ea typeface="네오현대 EB" charset="0"/>
                        <a:cs typeface="네오현대 E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250" dirty="0">
                          <a:solidFill>
                            <a:srgbClr val="222222"/>
                          </a:solidFill>
                          <a:latin typeface="네오현대 B" pitchFamily="34" charset="0"/>
                          <a:ea typeface="네오현대 B" pitchFamily="34" charset="-127"/>
                          <a:cs typeface="네오현대 B" pitchFamily="34" charset="-120"/>
                        </a:rPr>
                        <a:t>패널 접기 / 펼치기</a:t>
                      </a:r>
                      <a:endParaRPr lang="ko-KR" altLang="en-US" sz="1250" dirty="0">
                        <a:latin typeface="네오현대 B" charset="0"/>
                        <a:ea typeface="네오현대 B" charset="0"/>
                        <a:cs typeface="네오현대 B" charset="0"/>
                      </a:endParaRPr>
                    </a:p>
                  </a:txBody>
                  <a:tcPr marL="88900" marR="88900" marT="38100" marB="38100" anchor="ctr">
                    <a:lnL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KeyBar">
            <a:extLst>
              <a:ext uri="{FF2B5EF4-FFF2-40B4-BE49-F238E27FC236}">
                <a16:creationId xmlns:a16="http://schemas.microsoft.com/office/drawing/2014/main" id="{4D42302A-328B-D250-4076-BC7BE1C93099}"/>
              </a:ext>
            </a:extLst>
          </p:cNvPr>
          <p:cNvSpPr/>
          <p:nvPr/>
        </p:nvSpPr>
        <p:spPr>
          <a:xfrm>
            <a:off x="484632" y="6675120"/>
            <a:ext cx="9729216" cy="475488"/>
          </a:xfrm>
          <a:prstGeom prst="roundRect">
            <a:avLst>
              <a:gd name="adj" fmla="val 11538"/>
            </a:avLst>
          </a:prstGeom>
          <a:solidFill>
            <a:srgbClr val="E9F5E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D26397EA-3806-93D8-F11E-5E6A04851D32}"/>
              </a:ext>
            </a:extLst>
          </p:cNvPr>
          <p:cNvSpPr txBox="1"/>
          <p:nvPr/>
        </p:nvSpPr>
        <p:spPr>
          <a:xfrm>
            <a:off x="758952" y="6675120"/>
            <a:ext cx="91805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50" dirty="0">
                <a:solidFill>
                  <a:srgbClr val="13702F"/>
                </a:solidFill>
                <a:latin typeface="네오현대 EB" pitchFamily="34" charset="0"/>
                <a:ea typeface="네오현대 EB" pitchFamily="34" charset="-127"/>
                <a:cs typeface="네오현대 EB" pitchFamily="34" charset="-120"/>
              </a:rPr>
              <a:t>가장 많이 쓰는 키 : Ctrl+Enter (실행) · F10 (다음 단계)</a:t>
            </a:r>
            <a:endParaRPr lang="ko-KR" altLang="en-US" sz="1250" dirty="0"/>
          </a:p>
        </p:txBody>
      </p:sp>
    </p:spTree>
    <p:extLst>
      <p:ext uri="{BB962C8B-B14F-4D97-AF65-F5344CB8AC3E}">
        <p14:creationId xmlns:p14="http://schemas.microsoft.com/office/powerpoint/2010/main" val="3236174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958f0ef-3070-4482-8557-148c1a91fbe3">
      <Terms xmlns="http://schemas.microsoft.com/office/infopath/2007/PartnerControls"/>
    </lcf76f155ced4ddcb4097134ff3c332f>
    <TaxCatchAll xmlns="5635ba4f-014a-4f8b-94d8-3608e4164ae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9085A3F26677D43A7D69A72AE1C81D7" ma:contentTypeVersion="16" ma:contentTypeDescription="새 문서를 만듭니다." ma:contentTypeScope="" ma:versionID="4ff5c77734558d617f1c76f03b331a51">
  <xsd:schema xmlns:xsd="http://www.w3.org/2001/XMLSchema" xmlns:xs="http://www.w3.org/2001/XMLSchema" xmlns:p="http://schemas.microsoft.com/office/2006/metadata/properties" xmlns:ns2="6958f0ef-3070-4482-8557-148c1a91fbe3" xmlns:ns3="5635ba4f-014a-4f8b-94d8-3608e4164aef" targetNamespace="http://schemas.microsoft.com/office/2006/metadata/properties" ma:root="true" ma:fieldsID="966c4902775629bba53aad19182a2afd" ns2:_="" ns3:_="">
    <xsd:import namespace="6958f0ef-3070-4482-8557-148c1a91fbe3"/>
    <xsd:import namespace="5635ba4f-014a-4f8b-94d8-3608e4164a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58f0ef-3070-4482-8557-148c1a91fb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fa2f7d99-32ea-4507-aec9-074d197001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35ba4f-014a-4f8b-94d8-3608e4164ae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9b98908-a97b-44ef-a11f-1f9ad44bba4c}" ma:internalName="TaxCatchAll" ma:showField="CatchAllData" ma:web="5635ba4f-014a-4f8b-94d8-3608e4164ae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7E84E9-4B16-4B5A-8009-DDABEB91C63B}">
  <ds:schemaRefs>
    <ds:schemaRef ds:uri="http://schemas.microsoft.com/office/2006/metadata/properties"/>
    <ds:schemaRef ds:uri="http://schemas.microsoft.com/office/infopath/2007/PartnerControls"/>
    <ds:schemaRef ds:uri="6958f0ef-3070-4482-8557-148c1a91fbe3"/>
    <ds:schemaRef ds:uri="5635ba4f-014a-4f8b-94d8-3608e4164aef"/>
  </ds:schemaRefs>
</ds:datastoreItem>
</file>

<file path=customXml/itemProps2.xml><?xml version="1.0" encoding="utf-8"?>
<ds:datastoreItem xmlns:ds="http://schemas.openxmlformats.org/officeDocument/2006/customXml" ds:itemID="{F76D21E8-2BB7-4416-AF4D-F6E9A08355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58f0ef-3070-4482-8557-148c1a91fbe3"/>
    <ds:schemaRef ds:uri="5635ba4f-014a-4f8b-94d8-3608e4164a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4CEF760-4CBD-4C7D-B2D8-C5471CF75A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1395</TotalTime>
  <Words>641</Words>
  <Application>Microsoft Office PowerPoint</Application>
  <PresentationFormat>사용자 지정</PresentationFormat>
  <Paragraphs>123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5" baseType="lpstr">
      <vt:lpstr>네오현대 EB</vt:lpstr>
      <vt:lpstr>Arial</vt:lpstr>
      <vt:lpstr>네오현대 B</vt:lpstr>
      <vt:lpstr>Calibri</vt:lpstr>
      <vt:lpstr>Calibri Light</vt:lpstr>
      <vt:lpstr>맑은 고딕</vt:lpstr>
      <vt:lpstr>네오현대 EBK</vt:lpstr>
      <vt:lpstr>Office 테마</vt:lpstr>
      <vt:lpstr>PID 로직 실시간 디버깅 화면  로직 수정 → 실행 → 분석을 DB 저장 없이 한 화면에서.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김영환/KIM YOUNG HWAN</dc:creator>
  <cp:lastModifiedBy>김영환/KIM YOUNG HWAN</cp:lastModifiedBy>
  <cp:revision>106</cp:revision>
  <dcterms:created xsi:type="dcterms:W3CDTF">2023-02-23T00:36:52Z</dcterms:created>
  <dcterms:modified xsi:type="dcterms:W3CDTF">2026-10-12T06:39:42Z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0x01010089085A3F26677D43A7D69A72AE1C81D7</vt:lpwstr>
  </property>
  <property fmtid="{D5CDD505-2E9C-101B-9397-08002B2CF9AE}" pid="3" name="MSIP_Label_1fd51960-f5ab-455f-8de0-bc0d6c02aaf3_Enabled">
    <vt:lpwstr>true</vt:lpwstr>
  </property>
  <property fmtid="{D5CDD505-2E9C-101B-9397-08002B2CF9AE}" pid="4" name="MSIP_Label_1fd51960-f5ab-455f-8de0-bc0d6c02aaf3_SetDate">
    <vt:lpwstr>2026-04-20T01:06:19Z</vt:lpwstr>
  </property>
  <property fmtid="{D5CDD505-2E9C-101B-9397-08002B2CF9AE}" pid="5" name="MSIP_Label_1fd51960-f5ab-455f-8de0-bc0d6c02aaf3_Method">
    <vt:lpwstr>Standard</vt:lpwstr>
  </property>
  <property fmtid="{D5CDD505-2E9C-101B-9397-08002B2CF9AE}" pid="6" name="MSIP_Label_1fd51960-f5ab-455f-8de0-bc0d6c02aaf3_Name">
    <vt:lpwstr>Public</vt:lpwstr>
  </property>
  <property fmtid="{D5CDD505-2E9C-101B-9397-08002B2CF9AE}" pid="7" name="MSIP_Label_1fd51960-f5ab-455f-8de0-bc0d6c02aaf3_SiteId">
    <vt:lpwstr>f8d5ac98-8fa9-4355-8cd9-84f322fb0a78</vt:lpwstr>
  </property>
  <property fmtid="{D5CDD505-2E9C-101B-9397-08002B2CF9AE}" pid="8" name="MSIP_Label_1fd51960-f5ab-455f-8de0-bc0d6c02aaf3_ActionId">
    <vt:lpwstr>74f345c5-bd27-4957-9a8d-46de5532c8b8</vt:lpwstr>
  </property>
  <property fmtid="{D5CDD505-2E9C-101B-9397-08002B2CF9AE}" pid="9" name="MSIP_Label_1fd51960-f5ab-455f-8de0-bc0d6c02aaf3_ContentBits">
    <vt:lpwstr>0</vt:lpwstr>
  </property>
  <property fmtid="{D5CDD505-2E9C-101B-9397-08002B2CF9AE}" pid="10" name="MSIP_Label_1fd51960-f5ab-455f-8de0-bc0d6c02aaf3_Tag">
    <vt:lpwstr>10, 3, 0, 1</vt:lpwstr>
  </property>
</Properties>
</file>